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6"/>
  </p:notesMasterIdLst>
  <p:sldIdLst>
    <p:sldId id="261" r:id="rId5"/>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DC5449-3653-E4DA-0AC3-69EE5023DD4D}" name="Bródy Anna" initials="BA" userId="S::brody.anna@ttk.hu::d4ebbca9-154a-4196-abb5-22468b3ddeab" providerId="AD"/>
  <p188:author id="{4356BB60-76EE-B904-4BC6-6F4AE4057A36}" name="Anna Noémi Illés" initials="ANI" userId="S::illes.anna@ttk.hu::0038effb-d8aa-4dcd-801c-f420a1cf8cb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E4FF"/>
    <a:srgbClr val="C9BDE0"/>
    <a:srgbClr val="64439B"/>
    <a:srgbClr val="FFF4CA"/>
    <a:srgbClr val="FFF6E3"/>
    <a:srgbClr val="FFE3FC"/>
    <a:srgbClr val="FFBAAC"/>
    <a:srgbClr val="86B46B"/>
    <a:srgbClr val="FFF2D4"/>
    <a:srgbClr val="E8FE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1C9DCD-9449-5324-B4B1-136642B2B1E7}" v="3" dt="2026-05-19T07:18:40.967"/>
    <p1510:client id="{5CC0C073-5430-4F62-AD82-C6B5C5C5AB9A}" v="4" dt="2026-05-18T10:00:39.639"/>
    <p1510:client id="{EBDF3CC7-DE49-7049-B79D-B6CC6CF189ED}" v="123" dt="2026-05-19T07:59:53.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1" d="100"/>
          <a:sy n="91" d="100"/>
        </p:scale>
        <p:origin x="1056" y="-186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ódy Anna" userId="S::brody.anna@ttk.hu::d4ebbca9-154a-4196-abb5-22468b3ddeab" providerId="AD" clId="Web-{551C9DCD-9449-5324-B4B1-136642B2B1E7}"/>
    <pc:docChg chg="mod">
      <pc:chgData name="Bródy Anna" userId="S::brody.anna@ttk.hu::d4ebbca9-154a-4196-abb5-22468b3ddeab" providerId="AD" clId="Web-{551C9DCD-9449-5324-B4B1-136642B2B1E7}" dt="2026-05-19T07:18:14.623" v="0"/>
      <pc:docMkLst>
        <pc:docMk/>
      </pc:docMkLst>
    </pc:docChg>
  </pc:docChgLst>
  <pc:docChgLst>
    <pc:chgData name="Alex Ilyés" userId="afa5eb43-fb22-4ae5-81e7-e487bc5164f7" providerId="ADAL" clId="{7AFB5F3E-BF4E-4A66-931A-12052995A444}"/>
    <pc:docChg chg="undo custSel modSld">
      <pc:chgData name="Alex Ilyés" userId="afa5eb43-fb22-4ae5-81e7-e487bc5164f7" providerId="ADAL" clId="{7AFB5F3E-BF4E-4A66-931A-12052995A444}" dt="2026-05-15T11:07:09.178" v="12" actId="1076"/>
      <pc:docMkLst>
        <pc:docMk/>
      </pc:docMkLst>
    </pc:docChg>
  </pc:docChgLst>
  <pc:docChgLst>
    <pc:chgData name="Anna Noémi Illés" userId="0038effb-d8aa-4dcd-801c-f420a1cf8cb2" providerId="ADAL" clId="{B094AC4B-F876-555C-83D6-284E88037955}"/>
    <pc:docChg chg="undo redo custSel addSld delSld modSld">
      <pc:chgData name="Anna Noémi Illés" userId="0038effb-d8aa-4dcd-801c-f420a1cf8cb2" providerId="ADAL" clId="{B094AC4B-F876-555C-83D6-284E88037955}" dt="2026-05-19T08:47:35.663" v="16739" actId="113"/>
      <pc:docMkLst>
        <pc:docMk/>
      </pc:docMkLst>
      <pc:sldChg chg="addSp delSp modSp add del mod setBg">
        <pc:chgData name="Anna Noémi Illés" userId="0038effb-d8aa-4dcd-801c-f420a1cf8cb2" providerId="ADAL" clId="{B094AC4B-F876-555C-83D6-284E88037955}" dt="2026-05-18T18:51:04.981" v="16226" actId="2696"/>
        <pc:sldMkLst>
          <pc:docMk/>
          <pc:sldMk cId="1690025767" sldId="260"/>
        </pc:sldMkLst>
        <pc:spChg chg="add mod">
          <ac:chgData name="Anna Noémi Illés" userId="0038effb-d8aa-4dcd-801c-f420a1cf8cb2" providerId="ADAL" clId="{B094AC4B-F876-555C-83D6-284E88037955}" dt="2026-05-18T13:50:11.077" v="14891" actId="1076"/>
          <ac:spMkLst>
            <pc:docMk/>
            <pc:sldMk cId="1690025767" sldId="260"/>
            <ac:spMk id="2" creationId="{2EFC4BDA-B0A1-91CB-D8A7-585FB2E10462}"/>
          </ac:spMkLst>
        </pc:spChg>
        <pc:spChg chg="mod">
          <ac:chgData name="Anna Noémi Illés" userId="0038effb-d8aa-4dcd-801c-f420a1cf8cb2" providerId="ADAL" clId="{B094AC4B-F876-555C-83D6-284E88037955}" dt="2026-05-18T15:51:34.962" v="15184" actId="20577"/>
          <ac:spMkLst>
            <pc:docMk/>
            <pc:sldMk cId="1690025767" sldId="260"/>
            <ac:spMk id="4" creationId="{F19381D0-FDE3-076A-1686-F4E3CE95FDBA}"/>
          </ac:spMkLst>
        </pc:spChg>
        <pc:spChg chg="add mod">
          <ac:chgData name="Anna Noémi Illés" userId="0038effb-d8aa-4dcd-801c-f420a1cf8cb2" providerId="ADAL" clId="{B094AC4B-F876-555C-83D6-284E88037955}" dt="2026-05-18T18:26:48.909" v="15825" actId="114"/>
          <ac:spMkLst>
            <pc:docMk/>
            <pc:sldMk cId="1690025767" sldId="260"/>
            <ac:spMk id="8" creationId="{E683240E-183C-B59E-D133-C9E9354122FD}"/>
          </ac:spMkLst>
        </pc:spChg>
        <pc:spChg chg="mod">
          <ac:chgData name="Anna Noémi Illés" userId="0038effb-d8aa-4dcd-801c-f420a1cf8cb2" providerId="ADAL" clId="{B094AC4B-F876-555C-83D6-284E88037955}" dt="2026-05-18T16:15:48.927" v="15217" actId="20577"/>
          <ac:spMkLst>
            <pc:docMk/>
            <pc:sldMk cId="1690025767" sldId="260"/>
            <ac:spMk id="10" creationId="{DFCFB2A2-8BAC-6CB7-178A-0E36787E8750}"/>
          </ac:spMkLst>
        </pc:spChg>
        <pc:spChg chg="mod">
          <ac:chgData name="Anna Noémi Illés" userId="0038effb-d8aa-4dcd-801c-f420a1cf8cb2" providerId="ADAL" clId="{B094AC4B-F876-555C-83D6-284E88037955}" dt="2026-05-18T15:39:23.013" v="15062" actId="1076"/>
          <ac:spMkLst>
            <pc:docMk/>
            <pc:sldMk cId="1690025767" sldId="260"/>
            <ac:spMk id="18" creationId="{C563256F-7C86-0468-58D7-161E9E7D10C0}"/>
          </ac:spMkLst>
        </pc:spChg>
        <pc:spChg chg="add mod">
          <ac:chgData name="Anna Noémi Illés" userId="0038effb-d8aa-4dcd-801c-f420a1cf8cb2" providerId="ADAL" clId="{B094AC4B-F876-555C-83D6-284E88037955}" dt="2026-05-18T18:10:26.434" v="15822" actId="20577"/>
          <ac:spMkLst>
            <pc:docMk/>
            <pc:sldMk cId="1690025767" sldId="260"/>
            <ac:spMk id="19" creationId="{44A9ACB8-D603-D32C-A237-4E2978AE8719}"/>
          </ac:spMkLst>
        </pc:spChg>
        <pc:spChg chg="add mod">
          <ac:chgData name="Anna Noémi Illés" userId="0038effb-d8aa-4dcd-801c-f420a1cf8cb2" providerId="ADAL" clId="{B094AC4B-F876-555C-83D6-284E88037955}" dt="2026-05-18T15:47:45.450" v="15142" actId="20577"/>
          <ac:spMkLst>
            <pc:docMk/>
            <pc:sldMk cId="1690025767" sldId="260"/>
            <ac:spMk id="20" creationId="{82F07D7E-5979-DB08-30B9-3BA4D0939293}"/>
          </ac:spMkLst>
        </pc:spChg>
        <pc:spChg chg="add mod">
          <ac:chgData name="Anna Noémi Illés" userId="0038effb-d8aa-4dcd-801c-f420a1cf8cb2" providerId="ADAL" clId="{B094AC4B-F876-555C-83D6-284E88037955}" dt="2026-05-18T18:45:25.701" v="16201" actId="20577"/>
          <ac:spMkLst>
            <pc:docMk/>
            <pc:sldMk cId="1690025767" sldId="260"/>
            <ac:spMk id="22" creationId="{7394C21A-4290-96F1-3812-598CE53E269B}"/>
          </ac:spMkLst>
        </pc:spChg>
        <pc:spChg chg="mod">
          <ac:chgData name="Anna Noémi Illés" userId="0038effb-d8aa-4dcd-801c-f420a1cf8cb2" providerId="ADAL" clId="{B094AC4B-F876-555C-83D6-284E88037955}" dt="2026-05-18T15:45:49.937" v="15131" actId="1076"/>
          <ac:spMkLst>
            <pc:docMk/>
            <pc:sldMk cId="1690025767" sldId="260"/>
            <ac:spMk id="24" creationId="{CF88AB5B-7574-0D83-2638-3432DAFD4F1E}"/>
          </ac:spMkLst>
        </pc:spChg>
        <pc:spChg chg="add del mod">
          <ac:chgData name="Anna Noémi Illés" userId="0038effb-d8aa-4dcd-801c-f420a1cf8cb2" providerId="ADAL" clId="{B094AC4B-F876-555C-83D6-284E88037955}" dt="2026-05-18T18:33:13.614" v="15869" actId="1076"/>
          <ac:spMkLst>
            <pc:docMk/>
            <pc:sldMk cId="1690025767" sldId="260"/>
            <ac:spMk id="25" creationId="{AE275FEE-88AC-F0DB-ED54-65FA5C0D30CD}"/>
          </ac:spMkLst>
        </pc:spChg>
        <pc:spChg chg="add mod">
          <ac:chgData name="Anna Noémi Illés" userId="0038effb-d8aa-4dcd-801c-f420a1cf8cb2" providerId="ADAL" clId="{B094AC4B-F876-555C-83D6-284E88037955}" dt="2026-05-18T16:22:44.945" v="15227"/>
          <ac:spMkLst>
            <pc:docMk/>
            <pc:sldMk cId="1690025767" sldId="260"/>
            <ac:spMk id="27" creationId="{AA841AA8-0D80-E969-AF18-067B6D221048}"/>
          </ac:spMkLst>
        </pc:spChg>
        <pc:spChg chg="mod">
          <ac:chgData name="Anna Noémi Illés" userId="0038effb-d8aa-4dcd-801c-f420a1cf8cb2" providerId="ADAL" clId="{B094AC4B-F876-555C-83D6-284E88037955}" dt="2026-05-18T18:26:55.641" v="15828" actId="114"/>
          <ac:spMkLst>
            <pc:docMk/>
            <pc:sldMk cId="1690025767" sldId="260"/>
            <ac:spMk id="34" creationId="{C16BDEA7-55B5-045C-24BC-2223A55E425E}"/>
          </ac:spMkLst>
        </pc:spChg>
        <pc:spChg chg="add mod topLvl">
          <ac:chgData name="Anna Noémi Illés" userId="0038effb-d8aa-4dcd-801c-f420a1cf8cb2" providerId="ADAL" clId="{B094AC4B-F876-555C-83D6-284E88037955}" dt="2026-05-18T18:33:24.706" v="15871" actId="164"/>
          <ac:spMkLst>
            <pc:docMk/>
            <pc:sldMk cId="1690025767" sldId="260"/>
            <ac:spMk id="36" creationId="{E224B308-3E5C-1192-D339-6753C682DC94}"/>
          </ac:spMkLst>
        </pc:spChg>
        <pc:spChg chg="mod">
          <ac:chgData name="Anna Noémi Illés" userId="0038effb-d8aa-4dcd-801c-f420a1cf8cb2" providerId="ADAL" clId="{B094AC4B-F876-555C-83D6-284E88037955}" dt="2026-05-18T15:39:09.997" v="15058" actId="14100"/>
          <ac:spMkLst>
            <pc:docMk/>
            <pc:sldMk cId="1690025767" sldId="260"/>
            <ac:spMk id="39" creationId="{2CCA2C5A-C2B0-17E0-7E1B-5FA13A8BEE6B}"/>
          </ac:spMkLst>
        </pc:spChg>
        <pc:spChg chg="add mod topLvl">
          <ac:chgData name="Anna Noémi Illés" userId="0038effb-d8aa-4dcd-801c-f420a1cf8cb2" providerId="ADAL" clId="{B094AC4B-F876-555C-83D6-284E88037955}" dt="2026-05-18T18:33:24.706" v="15871" actId="164"/>
          <ac:spMkLst>
            <pc:docMk/>
            <pc:sldMk cId="1690025767" sldId="260"/>
            <ac:spMk id="40" creationId="{F5CE6D97-E145-380F-115C-6ED53A8BC437}"/>
          </ac:spMkLst>
        </pc:spChg>
        <pc:spChg chg="add del mod topLvl">
          <ac:chgData name="Anna Noémi Illés" userId="0038effb-d8aa-4dcd-801c-f420a1cf8cb2" providerId="ADAL" clId="{B094AC4B-F876-555C-83D6-284E88037955}" dt="2026-05-18T16:45:06.513" v="15761" actId="20577"/>
          <ac:spMkLst>
            <pc:docMk/>
            <pc:sldMk cId="1690025767" sldId="260"/>
            <ac:spMk id="41" creationId="{0759535F-8075-A87F-1BF8-87086A643A42}"/>
          </ac:spMkLst>
        </pc:spChg>
        <pc:spChg chg="add mod">
          <ac:chgData name="Anna Noémi Illés" userId="0038effb-d8aa-4dcd-801c-f420a1cf8cb2" providerId="ADAL" clId="{B094AC4B-F876-555C-83D6-284E88037955}" dt="2026-05-18T18:46:54.172" v="16222" actId="20577"/>
          <ac:spMkLst>
            <pc:docMk/>
            <pc:sldMk cId="1690025767" sldId="260"/>
            <ac:spMk id="45" creationId="{79067DB4-66F3-53B6-1B60-9A90648A34E1}"/>
          </ac:spMkLst>
        </pc:spChg>
        <pc:spChg chg="add mod topLvl">
          <ac:chgData name="Anna Noémi Illés" userId="0038effb-d8aa-4dcd-801c-f420a1cf8cb2" providerId="ADAL" clId="{B094AC4B-F876-555C-83D6-284E88037955}" dt="2026-05-18T18:33:24.706" v="15871" actId="164"/>
          <ac:spMkLst>
            <pc:docMk/>
            <pc:sldMk cId="1690025767" sldId="260"/>
            <ac:spMk id="58" creationId="{CBE6AF09-6A46-934B-5C37-DBDC22917A0C}"/>
          </ac:spMkLst>
        </pc:spChg>
        <pc:spChg chg="add mod topLvl">
          <ac:chgData name="Anna Noémi Illés" userId="0038effb-d8aa-4dcd-801c-f420a1cf8cb2" providerId="ADAL" clId="{B094AC4B-F876-555C-83D6-284E88037955}" dt="2026-05-18T18:33:24.706" v="15871" actId="164"/>
          <ac:spMkLst>
            <pc:docMk/>
            <pc:sldMk cId="1690025767" sldId="260"/>
            <ac:spMk id="72" creationId="{E8AAD95D-AB65-907F-E25A-5EF9B7ABF9BF}"/>
          </ac:spMkLst>
        </pc:spChg>
        <pc:spChg chg="add mod topLvl">
          <ac:chgData name="Anna Noémi Illés" userId="0038effb-d8aa-4dcd-801c-f420a1cf8cb2" providerId="ADAL" clId="{B094AC4B-F876-555C-83D6-284E88037955}" dt="2026-05-18T18:33:24.706" v="15871" actId="164"/>
          <ac:spMkLst>
            <pc:docMk/>
            <pc:sldMk cId="1690025767" sldId="260"/>
            <ac:spMk id="85" creationId="{4E8F81FD-8037-96F2-A34E-CD2F44C49825}"/>
          </ac:spMkLst>
        </pc:spChg>
        <pc:spChg chg="mod">
          <ac:chgData name="Anna Noémi Illés" userId="0038effb-d8aa-4dcd-801c-f420a1cf8cb2" providerId="ADAL" clId="{B094AC4B-F876-555C-83D6-284E88037955}" dt="2026-05-18T18:26:01.110" v="15823" actId="1076"/>
          <ac:spMkLst>
            <pc:docMk/>
            <pc:sldMk cId="1690025767" sldId="260"/>
            <ac:spMk id="92" creationId="{A4C1A526-2AEB-6497-28A8-4947D6FBBCB0}"/>
          </ac:spMkLst>
        </pc:spChg>
        <pc:grpChg chg="add mod">
          <ac:chgData name="Anna Noémi Illés" userId="0038effb-d8aa-4dcd-801c-f420a1cf8cb2" providerId="ADAL" clId="{B094AC4B-F876-555C-83D6-284E88037955}" dt="2026-05-18T18:31:27.304" v="15843" actId="1076"/>
          <ac:grpSpMkLst>
            <pc:docMk/>
            <pc:sldMk cId="1690025767" sldId="260"/>
            <ac:grpSpMk id="11" creationId="{B9F486EF-8615-D6C3-41B7-FCD86CEB4E75}"/>
          </ac:grpSpMkLst>
        </pc:grpChg>
        <pc:grpChg chg="add mod">
          <ac:chgData name="Anna Noémi Illés" userId="0038effb-d8aa-4dcd-801c-f420a1cf8cb2" providerId="ADAL" clId="{B094AC4B-F876-555C-83D6-284E88037955}" dt="2026-05-18T15:39:10.359" v="15059" actId="1076"/>
          <ac:grpSpMkLst>
            <pc:docMk/>
            <pc:sldMk cId="1690025767" sldId="260"/>
            <ac:grpSpMk id="29" creationId="{6EAE3ADC-4311-74B6-75F2-9CF28F40127B}"/>
          </ac:grpSpMkLst>
        </pc:grpChg>
        <pc:grpChg chg="add mod">
          <ac:chgData name="Anna Noémi Illés" userId="0038effb-d8aa-4dcd-801c-f420a1cf8cb2" providerId="ADAL" clId="{B094AC4B-F876-555C-83D6-284E88037955}" dt="2026-05-18T18:33:19.317" v="15870" actId="338"/>
          <ac:grpSpMkLst>
            <pc:docMk/>
            <pc:sldMk cId="1690025767" sldId="260"/>
            <ac:grpSpMk id="37" creationId="{ECF8064E-AFE6-C4CD-0818-506614F0734A}"/>
          </ac:grpSpMkLst>
        </pc:grpChg>
        <pc:grpChg chg="add mod">
          <ac:chgData name="Anna Noémi Illés" userId="0038effb-d8aa-4dcd-801c-f420a1cf8cb2" providerId="ADAL" clId="{B094AC4B-F876-555C-83D6-284E88037955}" dt="2026-05-18T18:33:24.706" v="15871" actId="164"/>
          <ac:grpSpMkLst>
            <pc:docMk/>
            <pc:sldMk cId="1690025767" sldId="260"/>
            <ac:grpSpMk id="42" creationId="{A7B9C047-43AD-89A0-EE46-10A6845B6D85}"/>
          </ac:grpSpMkLst>
        </pc:grpChg>
        <pc:grpChg chg="add del mod">
          <ac:chgData name="Anna Noémi Illés" userId="0038effb-d8aa-4dcd-801c-f420a1cf8cb2" providerId="ADAL" clId="{B094AC4B-F876-555C-83D6-284E88037955}" dt="2026-05-18T18:30:03.610" v="15833" actId="165"/>
          <ac:grpSpMkLst>
            <pc:docMk/>
            <pc:sldMk cId="1690025767" sldId="260"/>
            <ac:grpSpMk id="65" creationId="{9E3130F3-F08C-8FB9-9787-C5B35C5CCAD7}"/>
          </ac:grpSpMkLst>
        </pc:grpChg>
        <pc:grpChg chg="add del mod topLvl">
          <ac:chgData name="Anna Noémi Illés" userId="0038effb-d8aa-4dcd-801c-f420a1cf8cb2" providerId="ADAL" clId="{B094AC4B-F876-555C-83D6-284E88037955}" dt="2026-05-18T18:30:21.832" v="15838" actId="165"/>
          <ac:grpSpMkLst>
            <pc:docMk/>
            <pc:sldMk cId="1690025767" sldId="260"/>
            <ac:grpSpMk id="75" creationId="{8F3DF086-E03F-C338-493D-87125AB255D1}"/>
          </ac:grpSpMkLst>
        </pc:grpChg>
        <pc:picChg chg="add del mod topLvl">
          <ac:chgData name="Anna Noémi Illés" userId="0038effb-d8aa-4dcd-801c-f420a1cf8cb2" providerId="ADAL" clId="{B094AC4B-F876-555C-83D6-284E88037955}" dt="2026-05-18T18:32:35.714" v="15863" actId="478"/>
          <ac:picMkLst>
            <pc:docMk/>
            <pc:sldMk cId="1690025767" sldId="260"/>
            <ac:picMk id="23" creationId="{6A21BE3C-429F-99F8-17F4-ED9E5B1A2C3C}"/>
          </ac:picMkLst>
        </pc:picChg>
        <pc:picChg chg="add del mod">
          <ac:chgData name="Anna Noémi Illés" userId="0038effb-d8aa-4dcd-801c-f420a1cf8cb2" providerId="ADAL" clId="{B094AC4B-F876-555C-83D6-284E88037955}" dt="2026-05-18T18:31:49.213" v="15854" actId="931"/>
          <ac:picMkLst>
            <pc:docMk/>
            <pc:sldMk cId="1690025767" sldId="260"/>
            <ac:picMk id="32" creationId="{3EA4AB19-C8CE-C761-2756-960236EAE5B5}"/>
          </ac:picMkLst>
        </pc:picChg>
        <pc:picChg chg="add mod">
          <ac:chgData name="Anna Noémi Illés" userId="0038effb-d8aa-4dcd-801c-f420a1cf8cb2" providerId="ADAL" clId="{B094AC4B-F876-555C-83D6-284E88037955}" dt="2026-05-18T18:33:24.706" v="15871" actId="164"/>
          <ac:picMkLst>
            <pc:docMk/>
            <pc:sldMk cId="1690025767" sldId="260"/>
            <ac:picMk id="35" creationId="{44A6AF23-F46A-607E-BD58-F9C81079B6A5}"/>
          </ac:picMkLst>
        </pc:picChg>
        <pc:picChg chg="mod">
          <ac:chgData name="Anna Noémi Illés" userId="0038effb-d8aa-4dcd-801c-f420a1cf8cb2" providerId="ADAL" clId="{B094AC4B-F876-555C-83D6-284E88037955}" dt="2026-05-18T15:39:09.024" v="15055" actId="1076"/>
          <ac:picMkLst>
            <pc:docMk/>
            <pc:sldMk cId="1690025767" sldId="260"/>
            <ac:picMk id="38" creationId="{17E7FF40-C842-2170-BCEF-E7B8B49F8E69}"/>
          </ac:picMkLst>
        </pc:picChg>
        <pc:picChg chg="add mod modCrop">
          <ac:chgData name="Anna Noémi Illés" userId="0038effb-d8aa-4dcd-801c-f420a1cf8cb2" providerId="ADAL" clId="{B094AC4B-F876-555C-83D6-284E88037955}" dt="2026-05-18T15:39:47.573" v="15066" actId="1076"/>
          <ac:picMkLst>
            <pc:docMk/>
            <pc:sldMk cId="1690025767" sldId="260"/>
            <ac:picMk id="43" creationId="{77E7DFB3-D7E5-6876-B03F-61C60227CB01}"/>
          </ac:picMkLst>
        </pc:picChg>
        <pc:picChg chg="add mod topLvl">
          <ac:chgData name="Anna Noémi Illés" userId="0038effb-d8aa-4dcd-801c-f420a1cf8cb2" providerId="ADAL" clId="{B094AC4B-F876-555C-83D6-284E88037955}" dt="2026-05-18T18:33:24.706" v="15871" actId="164"/>
          <ac:picMkLst>
            <pc:docMk/>
            <pc:sldMk cId="1690025767" sldId="260"/>
            <ac:picMk id="74" creationId="{A2F9C7DA-8741-AE47-A1C9-60F11C9DF0EA}"/>
          </ac:picMkLst>
        </pc:picChg>
        <pc:picChg chg="mod">
          <ac:chgData name="Anna Noémi Illés" userId="0038effb-d8aa-4dcd-801c-f420a1cf8cb2" providerId="ADAL" clId="{B094AC4B-F876-555C-83D6-284E88037955}" dt="2026-05-18T13:50:19.395" v="14894" actId="1076"/>
          <ac:picMkLst>
            <pc:docMk/>
            <pc:sldMk cId="1690025767" sldId="260"/>
            <ac:picMk id="77" creationId="{591542C5-685F-600A-346A-FFC0256732B3}"/>
          </ac:picMkLst>
        </pc:picChg>
        <pc:picChg chg="mod">
          <ac:chgData name="Anna Noémi Illés" userId="0038effb-d8aa-4dcd-801c-f420a1cf8cb2" providerId="ADAL" clId="{B094AC4B-F876-555C-83D6-284E88037955}" dt="2026-05-18T15:46:07.490" v="15138" actId="1076"/>
          <ac:picMkLst>
            <pc:docMk/>
            <pc:sldMk cId="1690025767" sldId="260"/>
            <ac:picMk id="157" creationId="{521C2F3C-10C3-50D8-69C3-38709A32EA28}"/>
          </ac:picMkLst>
        </pc:picChg>
      </pc:sldChg>
      <pc:sldChg chg="addSp delSp modSp mod modShow modCm">
        <pc:chgData name="Anna Noémi Illés" userId="0038effb-d8aa-4dcd-801c-f420a1cf8cb2" providerId="ADAL" clId="{B094AC4B-F876-555C-83D6-284E88037955}" dt="2026-05-19T08:47:35.663" v="16739" actId="113"/>
        <pc:sldMkLst>
          <pc:docMk/>
          <pc:sldMk cId="4008357615" sldId="261"/>
        </pc:sldMkLst>
        <pc:spChg chg="mod">
          <ac:chgData name="Anna Noémi Illés" userId="0038effb-d8aa-4dcd-801c-f420a1cf8cb2" providerId="ADAL" clId="{B094AC4B-F876-555C-83D6-284E88037955}" dt="2026-05-18T19:01:03.722" v="16301" actId="34135"/>
          <ac:spMkLst>
            <pc:docMk/>
            <pc:sldMk cId="4008357615" sldId="261"/>
            <ac:spMk id="2" creationId="{2EFC4BDA-B0A1-91CB-D8A7-585FB2E10462}"/>
          </ac:spMkLst>
        </pc:spChg>
        <pc:spChg chg="mod">
          <ac:chgData name="Anna Noémi Illés" userId="0038effb-d8aa-4dcd-801c-f420a1cf8cb2" providerId="ADAL" clId="{B094AC4B-F876-555C-83D6-284E88037955}" dt="2026-05-19T07:55:12.874" v="16679" actId="34135"/>
          <ac:spMkLst>
            <pc:docMk/>
            <pc:sldMk cId="4008357615" sldId="261"/>
            <ac:spMk id="4" creationId="{F19381D0-FDE3-076A-1686-F4E3CE95FDBA}"/>
          </ac:spMkLst>
        </pc:spChg>
        <pc:spChg chg="mod">
          <ac:chgData name="Anna Noémi Illés" userId="0038effb-d8aa-4dcd-801c-f420a1cf8cb2" providerId="ADAL" clId="{B094AC4B-F876-555C-83D6-284E88037955}" dt="2026-05-19T08:05:58.981" v="16713" actId="20577"/>
          <ac:spMkLst>
            <pc:docMk/>
            <pc:sldMk cId="4008357615" sldId="261"/>
            <ac:spMk id="5" creationId="{FE62D56A-53AA-1763-7DD5-150541BC7E1D}"/>
          </ac:spMkLst>
        </pc:spChg>
        <pc:spChg chg="mod">
          <ac:chgData name="Anna Noémi Illés" userId="0038effb-d8aa-4dcd-801c-f420a1cf8cb2" providerId="ADAL" clId="{B094AC4B-F876-555C-83D6-284E88037955}" dt="2026-05-19T08:06:38.053" v="16727" actId="20577"/>
          <ac:spMkLst>
            <pc:docMk/>
            <pc:sldMk cId="4008357615" sldId="261"/>
            <ac:spMk id="6" creationId="{7E11F13F-AEFE-374E-794B-8BC9369B08B1}"/>
          </ac:spMkLst>
        </pc:spChg>
        <pc:spChg chg="mod">
          <ac:chgData name="Anna Noémi Illés" userId="0038effb-d8aa-4dcd-801c-f420a1cf8cb2" providerId="ADAL" clId="{B094AC4B-F876-555C-83D6-284E88037955}" dt="2026-05-18T19:01:03.722" v="16301" actId="34135"/>
          <ac:spMkLst>
            <pc:docMk/>
            <pc:sldMk cId="4008357615" sldId="261"/>
            <ac:spMk id="7" creationId="{2DED672F-DCDD-E877-E83D-67FD45C1CB9B}"/>
          </ac:spMkLst>
        </pc:spChg>
        <pc:spChg chg="add del mod topLvl">
          <ac:chgData name="Anna Noémi Illés" userId="0038effb-d8aa-4dcd-801c-f420a1cf8cb2" providerId="ADAL" clId="{B094AC4B-F876-555C-83D6-284E88037955}" dt="2026-05-19T08:46:57.797" v="16731" actId="113"/>
          <ac:spMkLst>
            <pc:docMk/>
            <pc:sldMk cId="4008357615" sldId="261"/>
            <ac:spMk id="8" creationId="{E683240E-183C-B59E-D133-C9E9354122FD}"/>
          </ac:spMkLst>
        </pc:spChg>
        <pc:spChg chg="mod">
          <ac:chgData name="Anna Noémi Illés" userId="0038effb-d8aa-4dcd-801c-f420a1cf8cb2" providerId="ADAL" clId="{B094AC4B-F876-555C-83D6-284E88037955}" dt="2026-05-19T07:55:27.906" v="16681" actId="34135"/>
          <ac:spMkLst>
            <pc:docMk/>
            <pc:sldMk cId="4008357615" sldId="261"/>
            <ac:spMk id="10" creationId="{DFCFB2A2-8BAC-6CB7-178A-0E36787E8750}"/>
          </ac:spMkLst>
        </pc:spChg>
        <pc:spChg chg="mod">
          <ac:chgData name="Anna Noémi Illés" userId="0038effb-d8aa-4dcd-801c-f420a1cf8cb2" providerId="ADAL" clId="{B094AC4B-F876-555C-83D6-284E88037955}" dt="2026-05-19T07:55:27.906" v="16681" actId="34135"/>
          <ac:spMkLst>
            <pc:docMk/>
            <pc:sldMk cId="4008357615" sldId="261"/>
            <ac:spMk id="12" creationId="{EFC12B4D-EFC0-8C0C-677E-BF0F56F8B960}"/>
          </ac:spMkLst>
        </pc:spChg>
        <pc:spChg chg="mod">
          <ac:chgData name="Anna Noémi Illés" userId="0038effb-d8aa-4dcd-801c-f420a1cf8cb2" providerId="ADAL" clId="{B094AC4B-F876-555C-83D6-284E88037955}" dt="2026-05-18T21:57:36.369" v="16467" actId="1076"/>
          <ac:spMkLst>
            <pc:docMk/>
            <pc:sldMk cId="4008357615" sldId="261"/>
            <ac:spMk id="13" creationId="{47BEF8D7-9CE4-D7FF-E0C1-7FD7D6169BD5}"/>
          </ac:spMkLst>
        </pc:spChg>
        <pc:spChg chg="mod">
          <ac:chgData name="Anna Noémi Illés" userId="0038effb-d8aa-4dcd-801c-f420a1cf8cb2" providerId="ADAL" clId="{B094AC4B-F876-555C-83D6-284E88037955}" dt="2026-05-18T21:55:28.789" v="16450" actId="14100"/>
          <ac:spMkLst>
            <pc:docMk/>
            <pc:sldMk cId="4008357615" sldId="261"/>
            <ac:spMk id="14" creationId="{39FE95C6-E66B-26BE-4BAF-4C0996BE9578}"/>
          </ac:spMkLst>
        </pc:spChg>
        <pc:spChg chg="mod">
          <ac:chgData name="Anna Noémi Illés" userId="0038effb-d8aa-4dcd-801c-f420a1cf8cb2" providerId="ADAL" clId="{B094AC4B-F876-555C-83D6-284E88037955}" dt="2026-05-19T07:55:12.874" v="16679" actId="34135"/>
          <ac:spMkLst>
            <pc:docMk/>
            <pc:sldMk cId="4008357615" sldId="261"/>
            <ac:spMk id="16" creationId="{6323BF1F-D94A-FD16-641B-2A316CA1544D}"/>
          </ac:spMkLst>
        </pc:spChg>
        <pc:spChg chg="mod">
          <ac:chgData name="Anna Noémi Illés" userId="0038effb-d8aa-4dcd-801c-f420a1cf8cb2" providerId="ADAL" clId="{B094AC4B-F876-555C-83D6-284E88037955}" dt="2026-05-19T07:55:27.906" v="16681" actId="34135"/>
          <ac:spMkLst>
            <pc:docMk/>
            <pc:sldMk cId="4008357615" sldId="261"/>
            <ac:spMk id="17" creationId="{DBABE204-553F-1EAE-10D7-480CA235844B}"/>
          </ac:spMkLst>
        </pc:spChg>
        <pc:spChg chg="mod">
          <ac:chgData name="Anna Noémi Illés" userId="0038effb-d8aa-4dcd-801c-f420a1cf8cb2" providerId="ADAL" clId="{B094AC4B-F876-555C-83D6-284E88037955}" dt="2026-05-19T07:55:12.874" v="16679" actId="34135"/>
          <ac:spMkLst>
            <pc:docMk/>
            <pc:sldMk cId="4008357615" sldId="261"/>
            <ac:spMk id="18" creationId="{C563256F-7C86-0468-58D7-161E9E7D10C0}"/>
          </ac:spMkLst>
        </pc:spChg>
        <pc:spChg chg="mod">
          <ac:chgData name="Anna Noémi Illés" userId="0038effb-d8aa-4dcd-801c-f420a1cf8cb2" providerId="ADAL" clId="{B094AC4B-F876-555C-83D6-284E88037955}" dt="2026-05-18T21:57:36.369" v="16467" actId="1076"/>
          <ac:spMkLst>
            <pc:docMk/>
            <pc:sldMk cId="4008357615" sldId="261"/>
            <ac:spMk id="19" creationId="{44A9ACB8-D603-D32C-A237-4E2978AE8719}"/>
          </ac:spMkLst>
        </pc:spChg>
        <pc:spChg chg="mod">
          <ac:chgData name="Anna Noémi Illés" userId="0038effb-d8aa-4dcd-801c-f420a1cf8cb2" providerId="ADAL" clId="{B094AC4B-F876-555C-83D6-284E88037955}" dt="2026-05-18T19:01:03.722" v="16301" actId="34135"/>
          <ac:spMkLst>
            <pc:docMk/>
            <pc:sldMk cId="4008357615" sldId="261"/>
            <ac:spMk id="20" creationId="{82F07D7E-5979-DB08-30B9-3BA4D0939293}"/>
          </ac:spMkLst>
        </pc:spChg>
        <pc:spChg chg="mod">
          <ac:chgData name="Anna Noémi Illés" userId="0038effb-d8aa-4dcd-801c-f420a1cf8cb2" providerId="ADAL" clId="{B094AC4B-F876-555C-83D6-284E88037955}" dt="2026-05-19T08:04:09.786" v="16708" actId="113"/>
          <ac:spMkLst>
            <pc:docMk/>
            <pc:sldMk cId="4008357615" sldId="261"/>
            <ac:spMk id="22" creationId="{7394C21A-4290-96F1-3812-598CE53E269B}"/>
          </ac:spMkLst>
        </pc:spChg>
        <pc:spChg chg="mod">
          <ac:chgData name="Anna Noémi Illés" userId="0038effb-d8aa-4dcd-801c-f420a1cf8cb2" providerId="ADAL" clId="{B094AC4B-F876-555C-83D6-284E88037955}" dt="2026-05-18T21:58:36.555" v="16475" actId="34135"/>
          <ac:spMkLst>
            <pc:docMk/>
            <pc:sldMk cId="4008357615" sldId="261"/>
            <ac:spMk id="24" creationId="{CF88AB5B-7574-0D83-2638-3432DAFD4F1E}"/>
          </ac:spMkLst>
        </pc:spChg>
        <pc:spChg chg="mod">
          <ac:chgData name="Anna Noémi Illés" userId="0038effb-d8aa-4dcd-801c-f420a1cf8cb2" providerId="ADAL" clId="{B094AC4B-F876-555C-83D6-284E88037955}" dt="2026-05-19T07:34:53.071" v="16660" actId="20577"/>
          <ac:spMkLst>
            <pc:docMk/>
            <pc:sldMk cId="4008357615" sldId="261"/>
            <ac:spMk id="25" creationId="{AE275FEE-88AC-F0DB-ED54-65FA5C0D30CD}"/>
          </ac:spMkLst>
        </pc:spChg>
        <pc:spChg chg="mod">
          <ac:chgData name="Anna Noémi Illés" userId="0038effb-d8aa-4dcd-801c-f420a1cf8cb2" providerId="ADAL" clId="{B094AC4B-F876-555C-83D6-284E88037955}" dt="2026-05-18T22:11:05.912" v="16604" actId="34135"/>
          <ac:spMkLst>
            <pc:docMk/>
            <pc:sldMk cId="4008357615" sldId="261"/>
            <ac:spMk id="27" creationId="{AA841AA8-0D80-E969-AF18-067B6D221048}"/>
          </ac:spMkLst>
        </pc:spChg>
        <pc:spChg chg="mod">
          <ac:chgData name="Anna Noémi Illés" userId="0038effb-d8aa-4dcd-801c-f420a1cf8cb2" providerId="ADAL" clId="{B094AC4B-F876-555C-83D6-284E88037955}" dt="2026-05-19T08:46:54.667" v="16730" actId="113"/>
          <ac:spMkLst>
            <pc:docMk/>
            <pc:sldMk cId="4008357615" sldId="261"/>
            <ac:spMk id="34" creationId="{C16BDEA7-55B5-045C-24BC-2223A55E425E}"/>
          </ac:spMkLst>
        </pc:spChg>
        <pc:spChg chg="mod topLvl">
          <ac:chgData name="Anna Noémi Illés" userId="0038effb-d8aa-4dcd-801c-f420a1cf8cb2" providerId="ADAL" clId="{B094AC4B-F876-555C-83D6-284E88037955}" dt="2026-05-19T08:02:42.697" v="16700" actId="20577"/>
          <ac:spMkLst>
            <pc:docMk/>
            <pc:sldMk cId="4008357615" sldId="261"/>
            <ac:spMk id="36" creationId="{E224B308-3E5C-1192-D339-6753C682DC94}"/>
          </ac:spMkLst>
        </pc:spChg>
        <pc:spChg chg="mod">
          <ac:chgData name="Anna Noémi Illés" userId="0038effb-d8aa-4dcd-801c-f420a1cf8cb2" providerId="ADAL" clId="{B094AC4B-F876-555C-83D6-284E88037955}" dt="2026-05-19T08:47:28.796" v="16738" actId="113"/>
          <ac:spMkLst>
            <pc:docMk/>
            <pc:sldMk cId="4008357615" sldId="261"/>
            <ac:spMk id="39" creationId="{2CCA2C5A-C2B0-17E0-7E1B-5FA13A8BEE6B}"/>
          </ac:spMkLst>
        </pc:spChg>
        <pc:spChg chg="mod topLvl">
          <ac:chgData name="Anna Noémi Illés" userId="0038effb-d8aa-4dcd-801c-f420a1cf8cb2" providerId="ADAL" clId="{B094AC4B-F876-555C-83D6-284E88037955}" dt="2026-05-19T07:47:25.421" v="16674" actId="34135"/>
          <ac:spMkLst>
            <pc:docMk/>
            <pc:sldMk cId="4008357615" sldId="261"/>
            <ac:spMk id="40" creationId="{F5CE6D97-E145-380F-115C-6ED53A8BC437}"/>
          </ac:spMkLst>
        </pc:spChg>
        <pc:spChg chg="mod topLvl">
          <ac:chgData name="Anna Noémi Illés" userId="0038effb-d8aa-4dcd-801c-f420a1cf8cb2" providerId="ADAL" clId="{B094AC4B-F876-555C-83D6-284E88037955}" dt="2026-05-19T08:47:15.378" v="16735" actId="113"/>
          <ac:spMkLst>
            <pc:docMk/>
            <pc:sldMk cId="4008357615" sldId="261"/>
            <ac:spMk id="41" creationId="{0759535F-8075-A87F-1BF8-87086A643A42}"/>
          </ac:spMkLst>
        </pc:spChg>
        <pc:spChg chg="add del mod">
          <ac:chgData name="Anna Noémi Illés" userId="0038effb-d8aa-4dcd-801c-f420a1cf8cb2" providerId="ADAL" clId="{B094AC4B-F876-555C-83D6-284E88037955}" dt="2026-05-19T07:54:58.796" v="16678" actId="478"/>
          <ac:spMkLst>
            <pc:docMk/>
            <pc:sldMk cId="4008357615" sldId="261"/>
            <ac:spMk id="42" creationId="{5EAE5EAD-33BA-C84C-7192-0E7F11CC0F38}"/>
          </ac:spMkLst>
        </pc:spChg>
        <pc:spChg chg="mod">
          <ac:chgData name="Anna Noémi Illés" userId="0038effb-d8aa-4dcd-801c-f420a1cf8cb2" providerId="ADAL" clId="{B094AC4B-F876-555C-83D6-284E88037955}" dt="2026-05-18T19:03:05.321" v="16316" actId="34135"/>
          <ac:spMkLst>
            <pc:docMk/>
            <pc:sldMk cId="4008357615" sldId="261"/>
            <ac:spMk id="44" creationId="{404F314C-D432-AFAE-ADBD-92223A703718}"/>
          </ac:spMkLst>
        </pc:spChg>
        <pc:spChg chg="mod topLvl">
          <ac:chgData name="Anna Noémi Illés" userId="0038effb-d8aa-4dcd-801c-f420a1cf8cb2" providerId="ADAL" clId="{B094AC4B-F876-555C-83D6-284E88037955}" dt="2026-05-19T08:47:35.663" v="16739" actId="113"/>
          <ac:spMkLst>
            <pc:docMk/>
            <pc:sldMk cId="4008357615" sldId="261"/>
            <ac:spMk id="45" creationId="{79067DB4-66F3-53B6-1B60-9A90648A34E1}"/>
          </ac:spMkLst>
        </pc:spChg>
        <pc:spChg chg="mod">
          <ac:chgData name="Anna Noémi Illés" userId="0038effb-d8aa-4dcd-801c-f420a1cf8cb2" providerId="ADAL" clId="{B094AC4B-F876-555C-83D6-284E88037955}" dt="2026-05-19T08:47:26.482" v="16737" actId="113"/>
          <ac:spMkLst>
            <pc:docMk/>
            <pc:sldMk cId="4008357615" sldId="261"/>
            <ac:spMk id="49" creationId="{36E851E4-7072-6D18-FA53-344056D58C1C}"/>
          </ac:spMkLst>
        </pc:spChg>
        <pc:spChg chg="mod topLvl">
          <ac:chgData name="Anna Noémi Illés" userId="0038effb-d8aa-4dcd-801c-f420a1cf8cb2" providerId="ADAL" clId="{B094AC4B-F876-555C-83D6-284E88037955}" dt="2026-05-19T07:47:25.421" v="16674" actId="34135"/>
          <ac:spMkLst>
            <pc:docMk/>
            <pc:sldMk cId="4008357615" sldId="261"/>
            <ac:spMk id="58" creationId="{CBE6AF09-6A46-934B-5C37-DBDC22917A0C}"/>
          </ac:spMkLst>
        </pc:spChg>
        <pc:spChg chg="mod">
          <ac:chgData name="Anna Noémi Illés" userId="0038effb-d8aa-4dcd-801c-f420a1cf8cb2" providerId="ADAL" clId="{B094AC4B-F876-555C-83D6-284E88037955}" dt="2026-05-18T19:13:01.121" v="16388" actId="34135"/>
          <ac:spMkLst>
            <pc:docMk/>
            <pc:sldMk cId="4008357615" sldId="261"/>
            <ac:spMk id="62" creationId="{B4F38ABB-BC54-7624-196A-8094E804F224}"/>
          </ac:spMkLst>
        </pc:spChg>
        <pc:spChg chg="mod">
          <ac:chgData name="Anna Noémi Illés" userId="0038effb-d8aa-4dcd-801c-f420a1cf8cb2" providerId="ADAL" clId="{B094AC4B-F876-555C-83D6-284E88037955}" dt="2026-05-18T19:13:01.121" v="16388" actId="34135"/>
          <ac:spMkLst>
            <pc:docMk/>
            <pc:sldMk cId="4008357615" sldId="261"/>
            <ac:spMk id="63" creationId="{75DD12EB-9121-F2EE-52C5-1E3A8DC0A0CA}"/>
          </ac:spMkLst>
        </pc:spChg>
        <pc:spChg chg="mod">
          <ac:chgData name="Anna Noémi Illés" userId="0038effb-d8aa-4dcd-801c-f420a1cf8cb2" providerId="ADAL" clId="{B094AC4B-F876-555C-83D6-284E88037955}" dt="2026-05-19T08:47:20.658" v="16736" actId="113"/>
          <ac:spMkLst>
            <pc:docMk/>
            <pc:sldMk cId="4008357615" sldId="261"/>
            <ac:spMk id="71" creationId="{1B680F64-4DEC-A000-9E1B-5EE2B1F9AF67}"/>
          </ac:spMkLst>
        </pc:spChg>
        <pc:spChg chg="mod topLvl">
          <ac:chgData name="Anna Noémi Illés" userId="0038effb-d8aa-4dcd-801c-f420a1cf8cb2" providerId="ADAL" clId="{B094AC4B-F876-555C-83D6-284E88037955}" dt="2026-05-19T07:47:25.421" v="16674" actId="34135"/>
          <ac:spMkLst>
            <pc:docMk/>
            <pc:sldMk cId="4008357615" sldId="261"/>
            <ac:spMk id="72" creationId="{E8AAD95D-AB65-907F-E25A-5EF9B7ABF9BF}"/>
          </ac:spMkLst>
        </pc:spChg>
        <pc:spChg chg="mod">
          <ac:chgData name="Anna Noémi Illés" userId="0038effb-d8aa-4dcd-801c-f420a1cf8cb2" providerId="ADAL" clId="{B094AC4B-F876-555C-83D6-284E88037955}" dt="2026-05-18T19:13:01.121" v="16388" actId="34135"/>
          <ac:spMkLst>
            <pc:docMk/>
            <pc:sldMk cId="4008357615" sldId="261"/>
            <ac:spMk id="76" creationId="{83A0FB2D-8DDA-6F10-1955-6DCC0C24CCDC}"/>
          </ac:spMkLst>
        </pc:spChg>
        <pc:spChg chg="del">
          <ac:chgData name="Anna Noémi Illés" userId="0038effb-d8aa-4dcd-801c-f420a1cf8cb2" providerId="ADAL" clId="{B094AC4B-F876-555C-83D6-284E88037955}" dt="2026-05-19T08:06:58.285" v="16728" actId="478"/>
          <ac:spMkLst>
            <pc:docMk/>
            <pc:sldMk cId="4008357615" sldId="261"/>
            <ac:spMk id="79" creationId="{A6E68372-2E6B-8F03-9BDE-E9D5768F53BF}"/>
          </ac:spMkLst>
        </pc:spChg>
        <pc:spChg chg="mod">
          <ac:chgData name="Anna Noémi Illés" userId="0038effb-d8aa-4dcd-801c-f420a1cf8cb2" providerId="ADAL" clId="{B094AC4B-F876-555C-83D6-284E88037955}" dt="2026-05-19T08:47:02.624" v="16732" actId="113"/>
          <ac:spMkLst>
            <pc:docMk/>
            <pc:sldMk cId="4008357615" sldId="261"/>
            <ac:spMk id="84" creationId="{F6C7445A-27C9-64D5-1F7D-BCCCA1CBC70E}"/>
          </ac:spMkLst>
        </pc:spChg>
        <pc:spChg chg="mod topLvl">
          <ac:chgData name="Anna Noémi Illés" userId="0038effb-d8aa-4dcd-801c-f420a1cf8cb2" providerId="ADAL" clId="{B094AC4B-F876-555C-83D6-284E88037955}" dt="2026-05-19T08:46:50.471" v="16729" actId="113"/>
          <ac:spMkLst>
            <pc:docMk/>
            <pc:sldMk cId="4008357615" sldId="261"/>
            <ac:spMk id="85" creationId="{4E8F81FD-8037-96F2-A34E-CD2F44C49825}"/>
          </ac:spMkLst>
        </pc:spChg>
        <pc:spChg chg="mod">
          <ac:chgData name="Anna Noémi Illés" userId="0038effb-d8aa-4dcd-801c-f420a1cf8cb2" providerId="ADAL" clId="{B094AC4B-F876-555C-83D6-284E88037955}" dt="2026-05-18T22:11:14.263" v="16605" actId="34135"/>
          <ac:spMkLst>
            <pc:docMk/>
            <pc:sldMk cId="4008357615" sldId="261"/>
            <ac:spMk id="88" creationId="{B52DCE76-A70D-337A-5312-C3B944176579}"/>
          </ac:spMkLst>
        </pc:spChg>
        <pc:spChg chg="mod">
          <ac:chgData name="Anna Noémi Illés" userId="0038effb-d8aa-4dcd-801c-f420a1cf8cb2" providerId="ADAL" clId="{B094AC4B-F876-555C-83D6-284E88037955}" dt="2026-05-18T21:58:44.574" v="16476" actId="34135"/>
          <ac:spMkLst>
            <pc:docMk/>
            <pc:sldMk cId="4008357615" sldId="261"/>
            <ac:spMk id="92" creationId="{A4C1A526-2AEB-6497-28A8-4947D6FBBCB0}"/>
          </ac:spMkLst>
        </pc:spChg>
        <pc:spChg chg="mod">
          <ac:chgData name="Anna Noémi Illés" userId="0038effb-d8aa-4dcd-801c-f420a1cf8cb2" providerId="ADAL" clId="{B094AC4B-F876-555C-83D6-284E88037955}" dt="2026-05-18T19:12:07.058" v="16383" actId="34135"/>
          <ac:spMkLst>
            <pc:docMk/>
            <pc:sldMk cId="4008357615" sldId="261"/>
            <ac:spMk id="95" creationId="{C644C882-1D02-7EB5-F2CF-0773B3EA0FE4}"/>
          </ac:spMkLst>
        </pc:spChg>
        <pc:spChg chg="mod">
          <ac:chgData name="Anna Noémi Illés" userId="0038effb-d8aa-4dcd-801c-f420a1cf8cb2" providerId="ADAL" clId="{B094AC4B-F876-555C-83D6-284E88037955}" dt="2026-05-18T19:12:07.058" v="16383" actId="34135"/>
          <ac:spMkLst>
            <pc:docMk/>
            <pc:sldMk cId="4008357615" sldId="261"/>
            <ac:spMk id="96" creationId="{6217E459-ADFC-7C68-2FE2-37C20EC70892}"/>
          </ac:spMkLst>
        </pc:spChg>
        <pc:spChg chg="mod">
          <ac:chgData name="Anna Noémi Illés" userId="0038effb-d8aa-4dcd-801c-f420a1cf8cb2" providerId="ADAL" clId="{B094AC4B-F876-555C-83D6-284E88037955}" dt="2026-05-18T19:12:07.058" v="16383" actId="34135"/>
          <ac:spMkLst>
            <pc:docMk/>
            <pc:sldMk cId="4008357615" sldId="261"/>
            <ac:spMk id="97" creationId="{38217312-E9C5-878A-8090-34A945140CD2}"/>
          </ac:spMkLst>
        </pc:spChg>
        <pc:spChg chg="mod">
          <ac:chgData name="Anna Noémi Illés" userId="0038effb-d8aa-4dcd-801c-f420a1cf8cb2" providerId="ADAL" clId="{B094AC4B-F876-555C-83D6-284E88037955}" dt="2026-05-18T19:12:07.058" v="16383" actId="34135"/>
          <ac:spMkLst>
            <pc:docMk/>
            <pc:sldMk cId="4008357615" sldId="261"/>
            <ac:spMk id="98" creationId="{F04C237F-18F4-3A44-24D0-B7CC4EA48B14}"/>
          </ac:spMkLst>
        </pc:spChg>
        <pc:spChg chg="mod">
          <ac:chgData name="Anna Noémi Illés" userId="0038effb-d8aa-4dcd-801c-f420a1cf8cb2" providerId="ADAL" clId="{B094AC4B-F876-555C-83D6-284E88037955}" dt="2026-05-18T19:12:07.058" v="16383" actId="34135"/>
          <ac:spMkLst>
            <pc:docMk/>
            <pc:sldMk cId="4008357615" sldId="261"/>
            <ac:spMk id="99" creationId="{506958E7-B90F-4A55-DA68-83A3FE605291}"/>
          </ac:spMkLst>
        </pc:spChg>
        <pc:spChg chg="mod">
          <ac:chgData name="Anna Noémi Illés" userId="0038effb-d8aa-4dcd-801c-f420a1cf8cb2" providerId="ADAL" clId="{B094AC4B-F876-555C-83D6-284E88037955}" dt="2026-05-18T19:12:07.058" v="16383" actId="34135"/>
          <ac:spMkLst>
            <pc:docMk/>
            <pc:sldMk cId="4008357615" sldId="261"/>
            <ac:spMk id="100" creationId="{5BD7F64B-D050-0993-A02A-34419ECEFE84}"/>
          </ac:spMkLst>
        </pc:spChg>
        <pc:spChg chg="mod">
          <ac:chgData name="Anna Noémi Illés" userId="0038effb-d8aa-4dcd-801c-f420a1cf8cb2" providerId="ADAL" clId="{B094AC4B-F876-555C-83D6-284E88037955}" dt="2026-05-18T19:12:07.058" v="16383" actId="34135"/>
          <ac:spMkLst>
            <pc:docMk/>
            <pc:sldMk cId="4008357615" sldId="261"/>
            <ac:spMk id="101" creationId="{7534229F-C3B0-55FF-E167-1519510CCA34}"/>
          </ac:spMkLst>
        </pc:spChg>
        <pc:spChg chg="mod">
          <ac:chgData name="Anna Noémi Illés" userId="0038effb-d8aa-4dcd-801c-f420a1cf8cb2" providerId="ADAL" clId="{B094AC4B-F876-555C-83D6-284E88037955}" dt="2026-05-18T19:12:07.058" v="16383" actId="34135"/>
          <ac:spMkLst>
            <pc:docMk/>
            <pc:sldMk cId="4008357615" sldId="261"/>
            <ac:spMk id="102" creationId="{DCC51367-0140-2DE9-D492-0FC690E81046}"/>
          </ac:spMkLst>
        </pc:spChg>
        <pc:spChg chg="mod">
          <ac:chgData name="Anna Noémi Illés" userId="0038effb-d8aa-4dcd-801c-f420a1cf8cb2" providerId="ADAL" clId="{B094AC4B-F876-555C-83D6-284E88037955}" dt="2026-05-18T19:12:07.058" v="16383" actId="34135"/>
          <ac:spMkLst>
            <pc:docMk/>
            <pc:sldMk cId="4008357615" sldId="261"/>
            <ac:spMk id="103" creationId="{F57A1013-A872-FC06-24D9-BD2285C36A75}"/>
          </ac:spMkLst>
        </pc:spChg>
        <pc:spChg chg="mod">
          <ac:chgData name="Anna Noémi Illés" userId="0038effb-d8aa-4dcd-801c-f420a1cf8cb2" providerId="ADAL" clId="{B094AC4B-F876-555C-83D6-284E88037955}" dt="2026-05-18T19:12:07.058" v="16383" actId="34135"/>
          <ac:spMkLst>
            <pc:docMk/>
            <pc:sldMk cId="4008357615" sldId="261"/>
            <ac:spMk id="104" creationId="{08F3F295-F1B1-7473-C08E-CE2B5563BFB7}"/>
          </ac:spMkLst>
        </pc:spChg>
        <pc:spChg chg="mod">
          <ac:chgData name="Anna Noémi Illés" userId="0038effb-d8aa-4dcd-801c-f420a1cf8cb2" providerId="ADAL" clId="{B094AC4B-F876-555C-83D6-284E88037955}" dt="2026-05-18T21:57:44.724" v="16468" actId="14100"/>
          <ac:spMkLst>
            <pc:docMk/>
            <pc:sldMk cId="4008357615" sldId="261"/>
            <ac:spMk id="113" creationId="{99AD6A98-2961-9671-A012-358503E8A81D}"/>
          </ac:spMkLst>
        </pc:spChg>
        <pc:spChg chg="mod">
          <ac:chgData name="Anna Noémi Illés" userId="0038effb-d8aa-4dcd-801c-f420a1cf8cb2" providerId="ADAL" clId="{B094AC4B-F876-555C-83D6-284E88037955}" dt="2026-05-18T21:55:13.423" v="16447" actId="1076"/>
          <ac:spMkLst>
            <pc:docMk/>
            <pc:sldMk cId="4008357615" sldId="261"/>
            <ac:spMk id="115" creationId="{8ECB4281-630B-4FDF-50BD-71A9395382DC}"/>
          </ac:spMkLst>
        </pc:spChg>
        <pc:spChg chg="mod">
          <ac:chgData name="Anna Noémi Illés" userId="0038effb-d8aa-4dcd-801c-f420a1cf8cb2" providerId="ADAL" clId="{B094AC4B-F876-555C-83D6-284E88037955}" dt="2026-05-18T22:11:01.597" v="16603" actId="34135"/>
          <ac:spMkLst>
            <pc:docMk/>
            <pc:sldMk cId="4008357615" sldId="261"/>
            <ac:spMk id="120" creationId="{0F2C9BCD-F233-0652-0A0C-34AC329DA7D7}"/>
          </ac:spMkLst>
        </pc:spChg>
        <pc:spChg chg="mod">
          <ac:chgData name="Anna Noémi Illés" userId="0038effb-d8aa-4dcd-801c-f420a1cf8cb2" providerId="ADAL" clId="{B094AC4B-F876-555C-83D6-284E88037955}" dt="2026-05-18T21:54:45.475" v="16443" actId="14100"/>
          <ac:spMkLst>
            <pc:docMk/>
            <pc:sldMk cId="4008357615" sldId="261"/>
            <ac:spMk id="125" creationId="{B12EDCB8-19A1-3949-3498-AF4C39D5EA36}"/>
          </ac:spMkLst>
        </pc:spChg>
        <pc:spChg chg="mod">
          <ac:chgData name="Anna Noémi Illés" userId="0038effb-d8aa-4dcd-801c-f420a1cf8cb2" providerId="ADAL" clId="{B094AC4B-F876-555C-83D6-284E88037955}" dt="2026-05-18T21:55:02.640" v="16445" actId="14100"/>
          <ac:spMkLst>
            <pc:docMk/>
            <pc:sldMk cId="4008357615" sldId="261"/>
            <ac:spMk id="127" creationId="{F372226C-460E-DC5D-B8B1-9B735088E29A}"/>
          </ac:spMkLst>
        </pc:spChg>
        <pc:grpChg chg="add del mod">
          <ac:chgData name="Anna Noémi Illés" userId="0038effb-d8aa-4dcd-801c-f420a1cf8cb2" providerId="ADAL" clId="{B094AC4B-F876-555C-83D6-284E88037955}" dt="2026-05-19T07:58:56.949" v="16683" actId="478"/>
          <ac:grpSpMkLst>
            <pc:docMk/>
            <pc:sldMk cId="4008357615" sldId="261"/>
            <ac:grpSpMk id="3" creationId="{EE3C087E-A56C-DB1A-D2BD-AB92D72A8F1D}"/>
          </ac:grpSpMkLst>
        </pc:grpChg>
        <pc:grpChg chg="mod">
          <ac:chgData name="Anna Noémi Illés" userId="0038effb-d8aa-4dcd-801c-f420a1cf8cb2" providerId="ADAL" clId="{B094AC4B-F876-555C-83D6-284E88037955}" dt="2026-05-18T22:47:53.558" v="16641" actId="34135"/>
          <ac:grpSpMkLst>
            <pc:docMk/>
            <pc:sldMk cId="4008357615" sldId="261"/>
            <ac:grpSpMk id="9" creationId="{C7CF7437-2ACF-364E-6BED-F9A12D1CD5E9}"/>
          </ac:grpSpMkLst>
        </pc:grpChg>
        <pc:grpChg chg="del">
          <ac:chgData name="Anna Noémi Illés" userId="0038effb-d8aa-4dcd-801c-f420a1cf8cb2" providerId="ADAL" clId="{B094AC4B-F876-555C-83D6-284E88037955}" dt="2026-05-18T18:57:02.251" v="16266" actId="165"/>
          <ac:grpSpMkLst>
            <pc:docMk/>
            <pc:sldMk cId="4008357615" sldId="261"/>
            <ac:grpSpMk id="11" creationId="{B9F486EF-8615-D6C3-41B7-FCD86CEB4E75}"/>
          </ac:grpSpMkLst>
        </pc:grpChg>
        <pc:grpChg chg="mod">
          <ac:chgData name="Anna Noémi Illés" userId="0038effb-d8aa-4dcd-801c-f420a1cf8cb2" providerId="ADAL" clId="{B094AC4B-F876-555C-83D6-284E88037955}" dt="2026-05-18T22:48:02.271" v="16643" actId="34135"/>
          <ac:grpSpMkLst>
            <pc:docMk/>
            <pc:sldMk cId="4008357615" sldId="261"/>
            <ac:grpSpMk id="21" creationId="{461CB431-8FE3-D184-1626-6F7C584889DC}"/>
          </ac:grpSpMkLst>
        </pc:grpChg>
        <pc:grpChg chg="mod">
          <ac:chgData name="Anna Noémi Illés" userId="0038effb-d8aa-4dcd-801c-f420a1cf8cb2" providerId="ADAL" clId="{B094AC4B-F876-555C-83D6-284E88037955}" dt="2026-05-18T19:12:49.638" v="16387" actId="34135"/>
          <ac:grpSpMkLst>
            <pc:docMk/>
            <pc:sldMk cId="4008357615" sldId="261"/>
            <ac:grpSpMk id="28" creationId="{DC62B59A-1985-5F62-EABA-CDA61ADACFE1}"/>
          </ac:grpSpMkLst>
        </pc:grpChg>
        <pc:grpChg chg="mod">
          <ac:chgData name="Anna Noémi Illés" userId="0038effb-d8aa-4dcd-801c-f420a1cf8cb2" providerId="ADAL" clId="{B094AC4B-F876-555C-83D6-284E88037955}" dt="2026-05-18T22:48:02.271" v="16643" actId="34135"/>
          <ac:grpSpMkLst>
            <pc:docMk/>
            <pc:sldMk cId="4008357615" sldId="261"/>
            <ac:grpSpMk id="29" creationId="{6EAE3ADC-4311-74B6-75F2-9CF28F40127B}"/>
          </ac:grpSpMkLst>
        </pc:grpChg>
        <pc:grpChg chg="add mod">
          <ac:chgData name="Anna Noémi Illés" userId="0038effb-d8aa-4dcd-801c-f420a1cf8cb2" providerId="ADAL" clId="{B094AC4B-F876-555C-83D6-284E88037955}" dt="2026-05-18T22:47:56.666" v="16642" actId="34135"/>
          <ac:grpSpMkLst>
            <pc:docMk/>
            <pc:sldMk cId="4008357615" sldId="261"/>
            <ac:grpSpMk id="32" creationId="{F3093D3D-3B7B-5EF2-4FA0-11659A510E75}"/>
          </ac:grpSpMkLst>
        </pc:grpChg>
        <pc:grpChg chg="add mod">
          <ac:chgData name="Anna Noémi Illés" userId="0038effb-d8aa-4dcd-801c-f420a1cf8cb2" providerId="ADAL" clId="{B094AC4B-F876-555C-83D6-284E88037955}" dt="2026-05-19T07:47:25.421" v="16674" actId="34135"/>
          <ac:grpSpMkLst>
            <pc:docMk/>
            <pc:sldMk cId="4008357615" sldId="261"/>
            <ac:grpSpMk id="35" creationId="{CE4094FE-0BCA-74F5-A4D2-1ED541D371A4}"/>
          </ac:grpSpMkLst>
        </pc:grpChg>
        <pc:grpChg chg="del mod">
          <ac:chgData name="Anna Noémi Illés" userId="0038effb-d8aa-4dcd-801c-f420a1cf8cb2" providerId="ADAL" clId="{B094AC4B-F876-555C-83D6-284E88037955}" dt="2026-05-18T22:04:31.600" v="16485" actId="165"/>
          <ac:grpSpMkLst>
            <pc:docMk/>
            <pc:sldMk cId="4008357615" sldId="261"/>
            <ac:grpSpMk id="42" creationId="{A7B9C047-43AD-89A0-EE46-10A6845B6D85}"/>
          </ac:grpSpMkLst>
        </pc:grpChg>
        <pc:grpChg chg="add del mod">
          <ac:chgData name="Anna Noémi Illés" userId="0038effb-d8aa-4dcd-801c-f420a1cf8cb2" providerId="ADAL" clId="{B094AC4B-F876-555C-83D6-284E88037955}" dt="2026-05-19T07:46:40.057" v="16665" actId="165"/>
          <ac:grpSpMkLst>
            <pc:docMk/>
            <pc:sldMk cId="4008357615" sldId="261"/>
            <ac:grpSpMk id="47" creationId="{363A60E2-F458-0D0A-5F82-19B7D080DBA1}"/>
          </ac:grpSpMkLst>
        </pc:grpChg>
        <pc:grpChg chg="mod">
          <ac:chgData name="Anna Noémi Illés" userId="0038effb-d8aa-4dcd-801c-f420a1cf8cb2" providerId="ADAL" clId="{B094AC4B-F876-555C-83D6-284E88037955}" dt="2026-05-18T22:48:02.271" v="16643" actId="34135"/>
          <ac:grpSpMkLst>
            <pc:docMk/>
            <pc:sldMk cId="4008357615" sldId="261"/>
            <ac:grpSpMk id="50" creationId="{0405297F-8DA7-88EC-84C8-8B95BED3A22F}"/>
          </ac:grpSpMkLst>
        </pc:grpChg>
        <pc:grpChg chg="del">
          <ac:chgData name="Anna Noémi Illés" userId="0038effb-d8aa-4dcd-801c-f420a1cf8cb2" providerId="ADAL" clId="{B094AC4B-F876-555C-83D6-284E88037955}" dt="2026-05-18T19:08:45.744" v="16317" actId="165"/>
          <ac:grpSpMkLst>
            <pc:docMk/>
            <pc:sldMk cId="4008357615" sldId="261"/>
            <ac:grpSpMk id="54" creationId="{C0419F82-260B-23B6-D355-AFC8F70CA519}"/>
          </ac:grpSpMkLst>
        </pc:grpChg>
        <pc:grpChg chg="add mod">
          <ac:chgData name="Anna Noémi Illés" userId="0038effb-d8aa-4dcd-801c-f420a1cf8cb2" providerId="ADAL" clId="{B094AC4B-F876-555C-83D6-284E88037955}" dt="2026-05-19T07:59:55.401" v="16693" actId="34135"/>
          <ac:grpSpMkLst>
            <pc:docMk/>
            <pc:sldMk cId="4008357615" sldId="261"/>
            <ac:grpSpMk id="55" creationId="{6ACF24F4-A35F-A6FC-8941-A897DD8EF646}"/>
          </ac:grpSpMkLst>
        </pc:grpChg>
        <pc:picChg chg="add del mod topLvl">
          <ac:chgData name="Anna Noémi Illés" userId="0038effb-d8aa-4dcd-801c-f420a1cf8cb2" providerId="ADAL" clId="{B094AC4B-F876-555C-83D6-284E88037955}" dt="2026-05-18T18:57:07.672" v="16269" actId="478"/>
          <ac:picMkLst>
            <pc:docMk/>
            <pc:sldMk cId="4008357615" sldId="261"/>
            <ac:picMk id="3" creationId="{60ACD7C7-B51C-1AB5-B9BA-77D120C96CDE}"/>
          </ac:picMkLst>
        </pc:picChg>
        <pc:picChg chg="add mod">
          <ac:chgData name="Anna Noémi Illés" userId="0038effb-d8aa-4dcd-801c-f420a1cf8cb2" providerId="ADAL" clId="{B094AC4B-F876-555C-83D6-284E88037955}" dt="2026-05-18T21:55:41.995" v="16452" actId="571"/>
          <ac:picMkLst>
            <pc:docMk/>
            <pc:sldMk cId="4008357615" sldId="261"/>
            <ac:picMk id="11" creationId="{9BDEAEF2-F309-7B33-3512-DF411551FFD3}"/>
          </ac:picMkLst>
        </pc:picChg>
        <pc:picChg chg="mod">
          <ac:chgData name="Anna Noémi Illés" userId="0038effb-d8aa-4dcd-801c-f420a1cf8cb2" providerId="ADAL" clId="{B094AC4B-F876-555C-83D6-284E88037955}" dt="2026-05-18T22:48:02.271" v="16643" actId="34135"/>
          <ac:picMkLst>
            <pc:docMk/>
            <pc:sldMk cId="4008357615" sldId="261"/>
            <ac:picMk id="15" creationId="{ED56947D-08DF-ADFD-B1C2-61857480A71F}"/>
          </ac:picMkLst>
        </pc:picChg>
        <pc:picChg chg="add mod">
          <ac:chgData name="Anna Noémi Illés" userId="0038effb-d8aa-4dcd-801c-f420a1cf8cb2" providerId="ADAL" clId="{B094AC4B-F876-555C-83D6-284E88037955}" dt="2026-05-19T07:47:25.421" v="16674" actId="34135"/>
          <ac:picMkLst>
            <pc:docMk/>
            <pc:sldMk cId="4008357615" sldId="261"/>
            <ac:picMk id="23" creationId="{F03AA5FE-D7FF-6580-7C97-1F4297B602AF}"/>
          </ac:picMkLst>
        </pc:picChg>
        <pc:picChg chg="mod">
          <ac:chgData name="Anna Noémi Illés" userId="0038effb-d8aa-4dcd-801c-f420a1cf8cb2" providerId="ADAL" clId="{B094AC4B-F876-555C-83D6-284E88037955}" dt="2026-05-18T22:48:02.271" v="16643" actId="34135"/>
          <ac:picMkLst>
            <pc:docMk/>
            <pc:sldMk cId="4008357615" sldId="261"/>
            <ac:picMk id="26" creationId="{B3B4F101-4EC7-E5D3-D27E-21A638202690}"/>
          </ac:picMkLst>
        </pc:picChg>
        <pc:picChg chg="add mod">
          <ac:chgData name="Anna Noémi Illés" userId="0038effb-d8aa-4dcd-801c-f420a1cf8cb2" providerId="ADAL" clId="{B094AC4B-F876-555C-83D6-284E88037955}" dt="2026-05-18T22:47:56.666" v="16642" actId="34135"/>
          <ac:picMkLst>
            <pc:docMk/>
            <pc:sldMk cId="4008357615" sldId="261"/>
            <ac:picMk id="30" creationId="{A6B3B8D7-8C00-AA74-CA78-8F8C6BC24EE3}"/>
          </ac:picMkLst>
        </pc:picChg>
        <pc:picChg chg="mod">
          <ac:chgData name="Anna Noémi Illés" userId="0038effb-d8aa-4dcd-801c-f420a1cf8cb2" providerId="ADAL" clId="{B094AC4B-F876-555C-83D6-284E88037955}" dt="2026-05-18T22:47:53.558" v="16641" actId="34135"/>
          <ac:picMkLst>
            <pc:docMk/>
            <pc:sldMk cId="4008357615" sldId="261"/>
            <ac:picMk id="31" creationId="{49096D03-DD00-2077-90D9-4C8B747D5A61}"/>
          </ac:picMkLst>
        </pc:picChg>
        <pc:picChg chg="add del mod topLvl">
          <ac:chgData name="Anna Noémi Illés" userId="0038effb-d8aa-4dcd-801c-f420a1cf8cb2" providerId="ADAL" clId="{B094AC4B-F876-555C-83D6-284E88037955}" dt="2026-05-19T07:46:59.059" v="16671" actId="478"/>
          <ac:picMkLst>
            <pc:docMk/>
            <pc:sldMk cId="4008357615" sldId="261"/>
            <ac:picMk id="33" creationId="{C1592674-568E-B297-5A05-69C37A66F4EE}"/>
          </ac:picMkLst>
        </pc:picChg>
        <pc:picChg chg="add del mod topLvl">
          <ac:chgData name="Anna Noémi Illés" userId="0038effb-d8aa-4dcd-801c-f420a1cf8cb2" providerId="ADAL" clId="{B094AC4B-F876-555C-83D6-284E88037955}" dt="2026-05-18T22:06:26.289" v="16511" actId="478"/>
          <ac:picMkLst>
            <pc:docMk/>
            <pc:sldMk cId="4008357615" sldId="261"/>
            <ac:picMk id="35" creationId="{44A6AF23-F46A-607E-BD58-F9C81079B6A5}"/>
          </ac:picMkLst>
        </pc:picChg>
        <pc:picChg chg="add del mod topLvl">
          <ac:chgData name="Anna Noémi Illés" userId="0038effb-d8aa-4dcd-801c-f420a1cf8cb2" providerId="ADAL" clId="{B094AC4B-F876-555C-83D6-284E88037955}" dt="2026-05-19T07:58:56.949" v="16683" actId="478"/>
          <ac:picMkLst>
            <pc:docMk/>
            <pc:sldMk cId="4008357615" sldId="261"/>
            <ac:picMk id="37" creationId="{BAF64418-342E-DDD5-0CDF-1A441705324F}"/>
          </ac:picMkLst>
        </pc:picChg>
        <pc:picChg chg="mod">
          <ac:chgData name="Anna Noémi Illés" userId="0038effb-d8aa-4dcd-801c-f420a1cf8cb2" providerId="ADAL" clId="{B094AC4B-F876-555C-83D6-284E88037955}" dt="2026-05-18T22:48:02.271" v="16643" actId="34135"/>
          <ac:picMkLst>
            <pc:docMk/>
            <pc:sldMk cId="4008357615" sldId="261"/>
            <ac:picMk id="38" creationId="{17E7FF40-C842-2170-BCEF-E7B8B49F8E69}"/>
          </ac:picMkLst>
        </pc:picChg>
        <pc:picChg chg="mod">
          <ac:chgData name="Anna Noémi Illés" userId="0038effb-d8aa-4dcd-801c-f420a1cf8cb2" providerId="ADAL" clId="{B094AC4B-F876-555C-83D6-284E88037955}" dt="2026-05-18T21:57:56.929" v="16470" actId="1076"/>
          <ac:picMkLst>
            <pc:docMk/>
            <pc:sldMk cId="4008357615" sldId="261"/>
            <ac:picMk id="43" creationId="{77E7DFB3-D7E5-6876-B03F-61C60227CB01}"/>
          </ac:picMkLst>
        </pc:picChg>
        <pc:picChg chg="mod">
          <ac:chgData name="Anna Noémi Illés" userId="0038effb-d8aa-4dcd-801c-f420a1cf8cb2" providerId="ADAL" clId="{B094AC4B-F876-555C-83D6-284E88037955}" dt="2026-05-18T19:12:49.638" v="16387" actId="34135"/>
          <ac:picMkLst>
            <pc:docMk/>
            <pc:sldMk cId="4008357615" sldId="261"/>
            <ac:picMk id="46" creationId="{CE156F59-7D32-A406-3174-AD1AB4C6F240}"/>
          </ac:picMkLst>
        </pc:picChg>
        <pc:picChg chg="del mod topLvl">
          <ac:chgData name="Anna Noémi Illés" userId="0038effb-d8aa-4dcd-801c-f420a1cf8cb2" providerId="ADAL" clId="{B094AC4B-F876-555C-83D6-284E88037955}" dt="2026-05-18T19:08:52.558" v="16319" actId="478"/>
          <ac:picMkLst>
            <pc:docMk/>
            <pc:sldMk cId="4008357615" sldId="261"/>
            <ac:picMk id="47" creationId="{CA7B08EC-B6DA-E5F7-5D98-29E6E18EC94B}"/>
          </ac:picMkLst>
        </pc:picChg>
        <pc:picChg chg="mod">
          <ac:chgData name="Anna Noémi Illés" userId="0038effb-d8aa-4dcd-801c-f420a1cf8cb2" providerId="ADAL" clId="{B094AC4B-F876-555C-83D6-284E88037955}" dt="2026-05-18T22:48:02.271" v="16643" actId="34135"/>
          <ac:picMkLst>
            <pc:docMk/>
            <pc:sldMk cId="4008357615" sldId="261"/>
            <ac:picMk id="48" creationId="{A26FF8FB-338A-E911-A0CE-F15F331DB5EB}"/>
          </ac:picMkLst>
        </pc:picChg>
        <pc:picChg chg="mod">
          <ac:chgData name="Anna Noémi Illés" userId="0038effb-d8aa-4dcd-801c-f420a1cf8cb2" providerId="ADAL" clId="{B094AC4B-F876-555C-83D6-284E88037955}" dt="2026-05-18T19:12:49.638" v="16387" actId="34135"/>
          <ac:picMkLst>
            <pc:docMk/>
            <pc:sldMk cId="4008357615" sldId="261"/>
            <ac:picMk id="51" creationId="{380B3830-10F4-8B3A-BE4C-2F9D2E008908}"/>
          </ac:picMkLst>
        </pc:picChg>
        <pc:picChg chg="del mod topLvl">
          <ac:chgData name="Anna Noémi Illés" userId="0038effb-d8aa-4dcd-801c-f420a1cf8cb2" providerId="ADAL" clId="{B094AC4B-F876-555C-83D6-284E88037955}" dt="2026-05-18T19:08:51.274" v="16318" actId="478"/>
          <ac:picMkLst>
            <pc:docMk/>
            <pc:sldMk cId="4008357615" sldId="261"/>
            <ac:picMk id="52" creationId="{41952118-93C0-A684-861A-D45EEE2B7E7B}"/>
          </ac:picMkLst>
        </pc:picChg>
        <pc:picChg chg="mod">
          <ac:chgData name="Anna Noémi Illés" userId="0038effb-d8aa-4dcd-801c-f420a1cf8cb2" providerId="ADAL" clId="{B094AC4B-F876-555C-83D6-284E88037955}" dt="2026-05-18T19:12:49.638" v="16387" actId="34135"/>
          <ac:picMkLst>
            <pc:docMk/>
            <pc:sldMk cId="4008357615" sldId="261"/>
            <ac:picMk id="53" creationId="{5EFA1EB3-2C19-7317-625F-875D34D97367}"/>
          </ac:picMkLst>
        </pc:picChg>
        <pc:picChg chg="add mod">
          <ac:chgData name="Anna Noémi Illés" userId="0038effb-d8aa-4dcd-801c-f420a1cf8cb2" providerId="ADAL" clId="{B094AC4B-F876-555C-83D6-284E88037955}" dt="2026-05-19T07:59:55.401" v="16693" actId="34135"/>
          <ac:picMkLst>
            <pc:docMk/>
            <pc:sldMk cId="4008357615" sldId="261"/>
            <ac:picMk id="54" creationId="{88B4583A-D254-7AB5-AEC1-728EA26D242B}"/>
          </ac:picMkLst>
        </pc:picChg>
        <pc:picChg chg="add mod">
          <ac:chgData name="Anna Noémi Illés" userId="0038effb-d8aa-4dcd-801c-f420a1cf8cb2" providerId="ADAL" clId="{B094AC4B-F876-555C-83D6-284E88037955}" dt="2026-05-18T21:28:40.057" v="16428" actId="34135"/>
          <ac:picMkLst>
            <pc:docMk/>
            <pc:sldMk cId="4008357615" sldId="261"/>
            <ac:picMk id="56" creationId="{075E8F98-4061-9EB9-4B82-89CD3B89223C}"/>
          </ac:picMkLst>
        </pc:picChg>
        <pc:picChg chg="del">
          <ac:chgData name="Anna Noémi Illés" userId="0038effb-d8aa-4dcd-801c-f420a1cf8cb2" providerId="ADAL" clId="{B094AC4B-F876-555C-83D6-284E88037955}" dt="2026-05-18T18:57:41.041" v="16274" actId="478"/>
          <ac:picMkLst>
            <pc:docMk/>
            <pc:sldMk cId="4008357615" sldId="261"/>
            <ac:picMk id="60" creationId="{153295C5-DF9C-9C9E-D53B-36DEBF384C85}"/>
          </ac:picMkLst>
        </pc:picChg>
        <pc:picChg chg="add mod">
          <ac:chgData name="Anna Noémi Illés" userId="0038effb-d8aa-4dcd-801c-f420a1cf8cb2" providerId="ADAL" clId="{B094AC4B-F876-555C-83D6-284E88037955}" dt="2026-05-18T21:28:40.057" v="16428" actId="34135"/>
          <ac:picMkLst>
            <pc:docMk/>
            <pc:sldMk cId="4008357615" sldId="261"/>
            <ac:picMk id="61" creationId="{902F7305-E77E-E651-D7B7-DAC183FAD2C1}"/>
          </ac:picMkLst>
        </pc:picChg>
        <pc:picChg chg="mod">
          <ac:chgData name="Anna Noémi Illés" userId="0038effb-d8aa-4dcd-801c-f420a1cf8cb2" providerId="ADAL" clId="{B094AC4B-F876-555C-83D6-284E88037955}" dt="2026-05-18T19:01:03.722" v="16301" actId="34135"/>
          <ac:picMkLst>
            <pc:docMk/>
            <pc:sldMk cId="4008357615" sldId="261"/>
            <ac:picMk id="73" creationId="{B95727B7-E61D-3710-D353-BD5F1B2439D9}"/>
          </ac:picMkLst>
        </pc:picChg>
        <pc:picChg chg="mod topLvl">
          <ac:chgData name="Anna Noémi Illés" userId="0038effb-d8aa-4dcd-801c-f420a1cf8cb2" providerId="ADAL" clId="{B094AC4B-F876-555C-83D6-284E88037955}" dt="2026-05-19T07:47:25.421" v="16674" actId="34135"/>
          <ac:picMkLst>
            <pc:docMk/>
            <pc:sldMk cId="4008357615" sldId="261"/>
            <ac:picMk id="74" creationId="{A2F9C7DA-8741-AE47-A1C9-60F11C9DF0EA}"/>
          </ac:picMkLst>
        </pc:picChg>
        <pc:picChg chg="mod">
          <ac:chgData name="Anna Noémi Illés" userId="0038effb-d8aa-4dcd-801c-f420a1cf8cb2" providerId="ADAL" clId="{B094AC4B-F876-555C-83D6-284E88037955}" dt="2026-05-18T19:01:03.722" v="16301" actId="34135"/>
          <ac:picMkLst>
            <pc:docMk/>
            <pc:sldMk cId="4008357615" sldId="261"/>
            <ac:picMk id="77" creationId="{591542C5-685F-600A-346A-FFC0256732B3}"/>
          </ac:picMkLst>
        </pc:picChg>
        <pc:picChg chg="mod">
          <ac:chgData name="Anna Noémi Illés" userId="0038effb-d8aa-4dcd-801c-f420a1cf8cb2" providerId="ADAL" clId="{B094AC4B-F876-555C-83D6-284E88037955}" dt="2026-05-18T19:01:03.722" v="16301" actId="34135"/>
          <ac:picMkLst>
            <pc:docMk/>
            <pc:sldMk cId="4008357615" sldId="261"/>
            <ac:picMk id="157" creationId="{521C2F3C-10C3-50D8-69C3-38709A32EA28}"/>
          </ac:picMkLst>
        </pc:picChg>
        <pc:extLst>
          <p:ext xmlns:p="http://schemas.openxmlformats.org/presentationml/2006/main" uri="{D6D511B9-2390-475A-947B-AFAB55BFBCF1}">
            <pc226:cmChg xmlns:pc226="http://schemas.microsoft.com/office/powerpoint/2022/06/main/command" chg="mod">
              <pc226:chgData name="Anna Noémi Illés" userId="0038effb-d8aa-4dcd-801c-f420a1cf8cb2" providerId="ADAL" clId="{B094AC4B-F876-555C-83D6-284E88037955}" dt="2026-05-19T07:34:53.071" v="16660" actId="20577"/>
              <pc2:cmMkLst xmlns:pc2="http://schemas.microsoft.com/office/powerpoint/2019/9/main/command">
                <pc:docMk/>
                <pc:sldMk cId="4008357615" sldId="261"/>
                <pc2:cmMk id="{64463D0A-FD9B-4FF2-9671-4E8943620909}"/>
              </pc2:cmMkLst>
            </pc226:cmChg>
            <pc226:cmChg xmlns:pc226="http://schemas.microsoft.com/office/powerpoint/2022/06/main/command" chg="mod">
              <pc226:chgData name="Anna Noémi Illés" userId="0038effb-d8aa-4dcd-801c-f420a1cf8cb2" providerId="ADAL" clId="{B094AC4B-F876-555C-83D6-284E88037955}" dt="2026-05-19T07:34:53.071" v="16660" actId="20577"/>
              <pc2:cmMkLst xmlns:pc2="http://schemas.microsoft.com/office/powerpoint/2019/9/main/command">
                <pc:docMk/>
                <pc:sldMk cId="4008357615" sldId="261"/>
                <pc2:cmMk id="{1EDA5988-4B66-44E5-9209-2EA585C8665A}"/>
              </pc2:cmMkLst>
            </pc226:cmChg>
          </p:ext>
        </pc:extLst>
      </pc:sldChg>
    </pc:docChg>
  </pc:docChgLst>
  <pc:docChgLst>
    <pc:chgData name="Attila Keresztes" userId="31b31b7e-13b2-4bcc-8dbc-966fe2615d6f" providerId="ADAL" clId="{AF81721D-3FCF-5504-AE96-40A8D4685606}"/>
    <pc:docChg chg="undo custSel modSld">
      <pc:chgData name="Attila Keresztes" userId="31b31b7e-13b2-4bcc-8dbc-966fe2615d6f" providerId="ADAL" clId="{AF81721D-3FCF-5504-AE96-40A8D4685606}" dt="2026-05-18T11:35:24.829" v="11" actId="20577"/>
      <pc:docMkLst>
        <pc:docMk/>
      </pc:docMkLst>
      <pc:sldChg chg="modSp mod">
        <pc:chgData name="Attila Keresztes" userId="31b31b7e-13b2-4bcc-8dbc-966fe2615d6f" providerId="ADAL" clId="{AF81721D-3FCF-5504-AE96-40A8D4685606}" dt="2026-05-18T11:35:24.829" v="11" actId="20577"/>
        <pc:sldMkLst>
          <pc:docMk/>
          <pc:sldMk cId="1690025767" sldId="260"/>
        </pc:sldMkLst>
        <pc:spChg chg="mod">
          <ac:chgData name="Attila Keresztes" userId="31b31b7e-13b2-4bcc-8dbc-966fe2615d6f" providerId="ADAL" clId="{AF81721D-3FCF-5504-AE96-40A8D4685606}" dt="2026-05-18T11:35:24.829" v="11" actId="20577"/>
          <ac:spMkLst>
            <pc:docMk/>
            <pc:sldMk cId="1690025767" sldId="260"/>
            <ac:spMk id="4" creationId="{F19381D0-FDE3-076A-1686-F4E3CE95FDBA}"/>
          </ac:spMkLst>
        </pc:spChg>
      </pc:sldChg>
    </pc:docChg>
  </pc:docChgLst>
  <pc:docChgLst>
    <pc:chgData name="Alex Ilyés" userId="S::ilyes.alex@ttk.hu::afa5eb43-fb22-4ae5-81e7-e487bc5164f7" providerId="AD" clId="Web-{5CC0C073-5430-4F62-AD82-C6B5C5C5AB9A}"/>
    <pc:docChg chg="modSld">
      <pc:chgData name="Alex Ilyés" userId="S::ilyes.alex@ttk.hu::afa5eb43-fb22-4ae5-81e7-e487bc5164f7" providerId="AD" clId="Web-{5CC0C073-5430-4F62-AD82-C6B5C5C5AB9A}" dt="2026-05-18T10:00:39.639" v="1" actId="20577"/>
      <pc:docMkLst>
        <pc:docMk/>
      </pc:docMkLst>
      <pc:sldChg chg="modSp">
        <pc:chgData name="Alex Ilyés" userId="S::ilyes.alex@ttk.hu::afa5eb43-fb22-4ae5-81e7-e487bc5164f7" providerId="AD" clId="Web-{5CC0C073-5430-4F62-AD82-C6B5C5C5AB9A}" dt="2026-05-18T10:00:39.639" v="1" actId="20577"/>
        <pc:sldMkLst>
          <pc:docMk/>
          <pc:sldMk cId="1690025767" sldId="260"/>
        </pc:sldMkLst>
        <pc:spChg chg="mod">
          <ac:chgData name="Alex Ilyés" userId="S::ilyes.alex@ttk.hu::afa5eb43-fb22-4ae5-81e7-e487bc5164f7" providerId="AD" clId="Web-{5CC0C073-5430-4F62-AD82-C6B5C5C5AB9A}" dt="2026-05-18T10:00:39.639" v="1" actId="20577"/>
          <ac:spMkLst>
            <pc:docMk/>
            <pc:sldMk cId="1690025767" sldId="260"/>
            <ac:spMk id="22" creationId="{7394C21A-4290-96F1-3812-598CE53E26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F73E23-D826-3741-B57C-52FB4F8B1465}" type="datetimeFigureOut">
              <a:rPr lang="hu-HU" smtClean="0"/>
              <a:t>2026. 05. 19.</a:t>
            </a:fld>
            <a:endParaRPr lang="hu-HU"/>
          </a:p>
        </p:txBody>
      </p:sp>
      <p:sp>
        <p:nvSpPr>
          <p:cNvPr id="4" name="Diakép helye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5031E4-698F-C64A-9CB6-9E4B9FEE6A69}" type="slidenum">
              <a:rPr lang="hu-HU" smtClean="0"/>
              <a:t>‹#›</a:t>
            </a:fld>
            <a:endParaRPr lang="hu-HU"/>
          </a:p>
        </p:txBody>
      </p:sp>
    </p:spTree>
    <p:extLst>
      <p:ext uri="{BB962C8B-B14F-4D97-AF65-F5344CB8AC3E}">
        <p14:creationId xmlns:p14="http://schemas.microsoft.com/office/powerpoint/2010/main" val="301879989"/>
      </p:ext>
    </p:extLst>
  </p:cSld>
  <p:clrMap bg1="lt1" tx1="dk1" bg2="lt2" tx2="dk2" accent1="accent1" accent2="accent2" accent3="accent3" accent4="accent4" accent5="accent5" accent6="accent6" hlink="hlink" folHlink="folHlink"/>
  <p:notesStyle>
    <a:lvl1pPr marL="0" algn="l" defTabSz="3507730" rtl="0" eaLnBrk="1" latinLnBrk="0" hangingPunct="1">
      <a:defRPr sz="4603" kern="1200">
        <a:solidFill>
          <a:schemeClr val="tx1"/>
        </a:solidFill>
        <a:latin typeface="+mn-lt"/>
        <a:ea typeface="+mn-ea"/>
        <a:cs typeface="+mn-cs"/>
      </a:defRPr>
    </a:lvl1pPr>
    <a:lvl2pPr marL="1753865" algn="l" defTabSz="3507730" rtl="0" eaLnBrk="1" latinLnBrk="0" hangingPunct="1">
      <a:defRPr sz="4603" kern="1200">
        <a:solidFill>
          <a:schemeClr val="tx1"/>
        </a:solidFill>
        <a:latin typeface="+mn-lt"/>
        <a:ea typeface="+mn-ea"/>
        <a:cs typeface="+mn-cs"/>
      </a:defRPr>
    </a:lvl2pPr>
    <a:lvl3pPr marL="3507730" algn="l" defTabSz="3507730" rtl="0" eaLnBrk="1" latinLnBrk="0" hangingPunct="1">
      <a:defRPr sz="4603" kern="1200">
        <a:solidFill>
          <a:schemeClr val="tx1"/>
        </a:solidFill>
        <a:latin typeface="+mn-lt"/>
        <a:ea typeface="+mn-ea"/>
        <a:cs typeface="+mn-cs"/>
      </a:defRPr>
    </a:lvl3pPr>
    <a:lvl4pPr marL="5261595" algn="l" defTabSz="3507730" rtl="0" eaLnBrk="1" latinLnBrk="0" hangingPunct="1">
      <a:defRPr sz="4603" kern="1200">
        <a:solidFill>
          <a:schemeClr val="tx1"/>
        </a:solidFill>
        <a:latin typeface="+mn-lt"/>
        <a:ea typeface="+mn-ea"/>
        <a:cs typeface="+mn-cs"/>
      </a:defRPr>
    </a:lvl4pPr>
    <a:lvl5pPr marL="7015460" algn="l" defTabSz="3507730" rtl="0" eaLnBrk="1" latinLnBrk="0" hangingPunct="1">
      <a:defRPr sz="4603" kern="1200">
        <a:solidFill>
          <a:schemeClr val="tx1"/>
        </a:solidFill>
        <a:latin typeface="+mn-lt"/>
        <a:ea typeface="+mn-ea"/>
        <a:cs typeface="+mn-cs"/>
      </a:defRPr>
    </a:lvl5pPr>
    <a:lvl6pPr marL="8769325" algn="l" defTabSz="3507730" rtl="0" eaLnBrk="1" latinLnBrk="0" hangingPunct="1">
      <a:defRPr sz="4603" kern="1200">
        <a:solidFill>
          <a:schemeClr val="tx1"/>
        </a:solidFill>
        <a:latin typeface="+mn-lt"/>
        <a:ea typeface="+mn-ea"/>
        <a:cs typeface="+mn-cs"/>
      </a:defRPr>
    </a:lvl6pPr>
    <a:lvl7pPr marL="10523190" algn="l" defTabSz="3507730" rtl="0" eaLnBrk="1" latinLnBrk="0" hangingPunct="1">
      <a:defRPr sz="4603" kern="1200">
        <a:solidFill>
          <a:schemeClr val="tx1"/>
        </a:solidFill>
        <a:latin typeface="+mn-lt"/>
        <a:ea typeface="+mn-ea"/>
        <a:cs typeface="+mn-cs"/>
      </a:defRPr>
    </a:lvl7pPr>
    <a:lvl8pPr marL="12277054" algn="l" defTabSz="3507730" rtl="0" eaLnBrk="1" latinLnBrk="0" hangingPunct="1">
      <a:defRPr sz="4603" kern="1200">
        <a:solidFill>
          <a:schemeClr val="tx1"/>
        </a:solidFill>
        <a:latin typeface="+mn-lt"/>
        <a:ea typeface="+mn-ea"/>
        <a:cs typeface="+mn-cs"/>
      </a:defRPr>
    </a:lvl8pPr>
    <a:lvl9pPr marL="14030919" algn="l" defTabSz="3507730"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68199-4289-C7C3-CC77-9B8AF89DBF71}"/>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17A5E5BA-E646-4211-9122-C438B38C4332}"/>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4C620075-F7CA-C123-FE5E-5673D3FFFE94}"/>
              </a:ext>
            </a:extLst>
          </p:cNvPr>
          <p:cNvSpPr>
            <a:spLocks noGrp="1"/>
          </p:cNvSpPr>
          <p:nvPr>
            <p:ph type="body" idx="1"/>
          </p:nvPr>
        </p:nvSpPr>
        <p:spPr/>
        <p:txBody>
          <a:bodyPr/>
          <a:lstStyle/>
          <a:p>
            <a:endParaRPr lang="hu-HU"/>
          </a:p>
        </p:txBody>
      </p:sp>
      <p:sp>
        <p:nvSpPr>
          <p:cNvPr id="4" name="Dia számának helye 3">
            <a:extLst>
              <a:ext uri="{FF2B5EF4-FFF2-40B4-BE49-F238E27FC236}">
                <a16:creationId xmlns:a16="http://schemas.microsoft.com/office/drawing/2014/main" id="{FA6B9EBE-C44E-D2E8-51DF-9AA324580219}"/>
              </a:ext>
            </a:extLst>
          </p:cNvPr>
          <p:cNvSpPr>
            <a:spLocks noGrp="1"/>
          </p:cNvSpPr>
          <p:nvPr>
            <p:ph type="sldNum" sz="quarter" idx="5"/>
          </p:nvPr>
        </p:nvSpPr>
        <p:spPr/>
        <p:txBody>
          <a:bodyPr/>
          <a:lstStyle/>
          <a:p>
            <a:fld id="{905031E4-698F-C64A-9CB6-9E4B9FEE6A69}" type="slidenum">
              <a:rPr lang="hu-HU" smtClean="0"/>
              <a:t>1</a:t>
            </a:fld>
            <a:endParaRPr lang="hu-HU"/>
          </a:p>
        </p:txBody>
      </p:sp>
    </p:spTree>
    <p:extLst>
      <p:ext uri="{BB962C8B-B14F-4D97-AF65-F5344CB8AC3E}">
        <p14:creationId xmlns:p14="http://schemas.microsoft.com/office/powerpoint/2010/main" val="2287916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hu-HU"/>
              <a:t>Mintacím szerkesztése</a:t>
            </a:r>
            <a:endParaRPr lang="en-US"/>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hu-HU"/>
              <a:t>Kattintson ide az alcím mintájának szerkesztéséhez</a:t>
            </a:r>
            <a:endParaRPr lang="en-US"/>
          </a:p>
        </p:txBody>
      </p:sp>
      <p:sp>
        <p:nvSpPr>
          <p:cNvPr id="4" name="Date Placeholder 3"/>
          <p:cNvSpPr>
            <a:spLocks noGrp="1"/>
          </p:cNvSpPr>
          <p:nvPr>
            <p:ph type="dt" sz="half" idx="10"/>
          </p:nvPr>
        </p:nvSpPr>
        <p:spPr/>
        <p:txBody>
          <a:bodyPr/>
          <a:lstStyle/>
          <a:p>
            <a:fld id="{D4009C70-6305-9D4A-89E9-978DEF0EE048}" type="datetimeFigureOut">
              <a:rPr lang="hu-HU" smtClean="0"/>
              <a:t>2026. 05. 19.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1600109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Content Placeholder 2"/>
          <p:cNvSpPr>
            <a:spLocks noGrp="1"/>
          </p:cNvSpPr>
          <p:nvPr>
            <p:ph idx="1"/>
          </p:nvPr>
        </p:nvSpPr>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D4009C70-6305-9D4A-89E9-978DEF0EE048}" type="datetimeFigureOut">
              <a:rPr lang="hu-HU" smtClean="0"/>
              <a:t>2026. 05. 19.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2168088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hu-HU"/>
              <a:t>Mintacím szerkesztése</a:t>
            </a:r>
            <a:endParaRPr lang="en-US"/>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D4009C70-6305-9D4A-89E9-978DEF0EE048}" type="datetimeFigureOut">
              <a:rPr lang="hu-HU" smtClean="0"/>
              <a:t>2026. 05. 19.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2722047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Content Placeholder 2"/>
          <p:cNvSpPr>
            <a:spLocks noGrp="1"/>
          </p:cNvSpPr>
          <p:nvPr>
            <p:ph sz="half" idx="1"/>
          </p:nvPr>
        </p:nvSpPr>
        <p:spPr>
          <a:xfrm>
            <a:off x="2081421" y="11394520"/>
            <a:ext cx="12866966" cy="2715859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Content Placeholder 3"/>
          <p:cNvSpPr>
            <a:spLocks noGrp="1"/>
          </p:cNvSpPr>
          <p:nvPr>
            <p:ph sz="half" idx="2"/>
          </p:nvPr>
        </p:nvSpPr>
        <p:spPr>
          <a:xfrm>
            <a:off x="15326826" y="11394520"/>
            <a:ext cx="12866966" cy="2715859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5" name="Date Placeholder 4"/>
          <p:cNvSpPr>
            <a:spLocks noGrp="1"/>
          </p:cNvSpPr>
          <p:nvPr>
            <p:ph type="dt" sz="half" idx="10"/>
          </p:nvPr>
        </p:nvSpPr>
        <p:spPr/>
        <p:txBody>
          <a:bodyPr/>
          <a:lstStyle/>
          <a:p>
            <a:fld id="{D4009C70-6305-9D4A-89E9-978DEF0EE048}" type="datetimeFigureOut">
              <a:rPr lang="hu-HU" smtClean="0"/>
              <a:t>2026. 05. 19.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322313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hu-HU"/>
              <a:t>Mintacím szerkesztése</a:t>
            </a:r>
            <a:endParaRPr lang="en-US"/>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hu-HU"/>
              <a:t>Mintaszöveg szerkesztése</a:t>
            </a:r>
          </a:p>
        </p:txBody>
      </p:sp>
      <p:sp>
        <p:nvSpPr>
          <p:cNvPr id="4" name="Content Placeholder 3"/>
          <p:cNvSpPr>
            <a:spLocks noGrp="1"/>
          </p:cNvSpPr>
          <p:nvPr>
            <p:ph sz="half" idx="2"/>
          </p:nvPr>
        </p:nvSpPr>
        <p:spPr>
          <a:xfrm>
            <a:off x="2085368" y="15635264"/>
            <a:ext cx="12807832" cy="2299711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hu-HU"/>
              <a:t>Mintaszöveg szerkesztése</a:t>
            </a:r>
          </a:p>
        </p:txBody>
      </p:sp>
      <p:sp>
        <p:nvSpPr>
          <p:cNvPr id="6" name="Content Placeholder 5"/>
          <p:cNvSpPr>
            <a:spLocks noGrp="1"/>
          </p:cNvSpPr>
          <p:nvPr>
            <p:ph sz="quarter" idx="4"/>
          </p:nvPr>
        </p:nvSpPr>
        <p:spPr>
          <a:xfrm>
            <a:off x="15326828" y="15635264"/>
            <a:ext cx="12870909" cy="22997117"/>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7" name="Date Placeholder 6"/>
          <p:cNvSpPr>
            <a:spLocks noGrp="1"/>
          </p:cNvSpPr>
          <p:nvPr>
            <p:ph type="dt" sz="half" idx="10"/>
          </p:nvPr>
        </p:nvSpPr>
        <p:spPr/>
        <p:txBody>
          <a:bodyPr/>
          <a:lstStyle/>
          <a:p>
            <a:fld id="{D4009C70-6305-9D4A-89E9-978DEF0EE048}" type="datetimeFigureOut">
              <a:rPr lang="hu-HU" smtClean="0"/>
              <a:t>2026. 05. 19.</a:t>
            </a:fld>
            <a:endParaRPr lang="hu-HU"/>
          </a:p>
        </p:txBody>
      </p:sp>
      <p:sp>
        <p:nvSpPr>
          <p:cNvPr id="8" name="Footer Placeholder 7"/>
          <p:cNvSpPr>
            <a:spLocks noGrp="1"/>
          </p:cNvSpPr>
          <p:nvPr>
            <p:ph type="ftr" sz="quarter" idx="11"/>
          </p:nvPr>
        </p:nvSpPr>
        <p:spPr/>
        <p:txBody>
          <a:bodyPr/>
          <a:lstStyle/>
          <a:p>
            <a:endParaRPr lang="hu-HU"/>
          </a:p>
        </p:txBody>
      </p:sp>
      <p:sp>
        <p:nvSpPr>
          <p:cNvPr id="9" name="Slide Number Placeholder 8"/>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4234533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Date Placeholder 2"/>
          <p:cNvSpPr>
            <a:spLocks noGrp="1"/>
          </p:cNvSpPr>
          <p:nvPr>
            <p:ph type="dt" sz="half" idx="10"/>
          </p:nvPr>
        </p:nvSpPr>
        <p:spPr/>
        <p:txBody>
          <a:bodyPr/>
          <a:lstStyle/>
          <a:p>
            <a:fld id="{D4009C70-6305-9D4A-89E9-978DEF0EE048}" type="datetimeFigureOut">
              <a:rPr lang="hu-HU" smtClean="0"/>
              <a:t>2026. 05. 19.</a:t>
            </a:fld>
            <a:endParaRPr lang="hu-HU"/>
          </a:p>
        </p:txBody>
      </p:sp>
      <p:sp>
        <p:nvSpPr>
          <p:cNvPr id="4" name="Footer Placeholder 3"/>
          <p:cNvSpPr>
            <a:spLocks noGrp="1"/>
          </p:cNvSpPr>
          <p:nvPr>
            <p:ph type="ftr" sz="quarter" idx="11"/>
          </p:nvPr>
        </p:nvSpPr>
        <p:spPr/>
        <p:txBody>
          <a:bodyPr/>
          <a:lstStyle/>
          <a:p>
            <a:endParaRPr lang="hu-HU"/>
          </a:p>
        </p:txBody>
      </p:sp>
      <p:sp>
        <p:nvSpPr>
          <p:cNvPr id="5" name="Slide Number Placeholder 4"/>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2793273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009C70-6305-9D4A-89E9-978DEF0EE048}" type="datetimeFigureOut">
              <a:rPr lang="hu-HU" smtClean="0"/>
              <a:t>2026. 05. 19.</a:t>
            </a:fld>
            <a:endParaRPr lang="hu-HU"/>
          </a:p>
        </p:txBody>
      </p:sp>
      <p:sp>
        <p:nvSpPr>
          <p:cNvPr id="3" name="Footer Placeholder 2"/>
          <p:cNvSpPr>
            <a:spLocks noGrp="1"/>
          </p:cNvSpPr>
          <p:nvPr>
            <p:ph type="ftr" sz="quarter" idx="11"/>
          </p:nvPr>
        </p:nvSpPr>
        <p:spPr/>
        <p:txBody>
          <a:bodyPr/>
          <a:lstStyle/>
          <a:p>
            <a:endParaRPr lang="hu-HU"/>
          </a:p>
        </p:txBody>
      </p:sp>
      <p:sp>
        <p:nvSpPr>
          <p:cNvPr id="4" name="Slide Number Placeholder 3"/>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158686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hu-HU"/>
              <a:t>Mintacím szerkesztése</a:t>
            </a:r>
            <a:endParaRPr lang="en-US"/>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hu-HU"/>
              <a:t>Mintaszöveg szerkesztése</a:t>
            </a:r>
          </a:p>
        </p:txBody>
      </p:sp>
      <p:sp>
        <p:nvSpPr>
          <p:cNvPr id="5" name="Date Placeholder 4"/>
          <p:cNvSpPr>
            <a:spLocks noGrp="1"/>
          </p:cNvSpPr>
          <p:nvPr>
            <p:ph type="dt" sz="half" idx="10"/>
          </p:nvPr>
        </p:nvSpPr>
        <p:spPr/>
        <p:txBody>
          <a:bodyPr/>
          <a:lstStyle/>
          <a:p>
            <a:fld id="{D4009C70-6305-9D4A-89E9-978DEF0EE048}" type="datetimeFigureOut">
              <a:rPr lang="hu-HU" smtClean="0"/>
              <a:t>2026. 05. 19.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4148370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hu-HU"/>
              <a:t>Mintacím szerkesztése</a:t>
            </a:r>
            <a:endParaRPr lang="en-US"/>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hu-HU"/>
              <a:t>Kép beszúrásához kattintson az ikonra</a:t>
            </a:r>
            <a:endParaRPr lang="en-US"/>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hu-HU"/>
              <a:t>Mintaszöveg szerkesztése</a:t>
            </a:r>
          </a:p>
        </p:txBody>
      </p:sp>
      <p:sp>
        <p:nvSpPr>
          <p:cNvPr id="5" name="Date Placeholder 4"/>
          <p:cNvSpPr>
            <a:spLocks noGrp="1"/>
          </p:cNvSpPr>
          <p:nvPr>
            <p:ph type="dt" sz="half" idx="10"/>
          </p:nvPr>
        </p:nvSpPr>
        <p:spPr/>
        <p:txBody>
          <a:bodyPr/>
          <a:lstStyle/>
          <a:p>
            <a:fld id="{D4009C70-6305-9D4A-89E9-978DEF0EE048}" type="datetimeFigureOut">
              <a:rPr lang="hu-HU" smtClean="0"/>
              <a:t>2026. 05. 19.</a:t>
            </a:fld>
            <a:endParaRPr lang="hu-HU"/>
          </a:p>
        </p:txBody>
      </p:sp>
      <p:sp>
        <p:nvSpPr>
          <p:cNvPr id="6" name="Footer Placeholder 5"/>
          <p:cNvSpPr>
            <a:spLocks noGrp="1"/>
          </p:cNvSpPr>
          <p:nvPr>
            <p:ph type="ftr" sz="quarter" idx="11"/>
          </p:nvPr>
        </p:nvSpPr>
        <p:spPr/>
        <p:txBody>
          <a:bodyPr/>
          <a:lstStyle/>
          <a:p>
            <a:endParaRPr lang="hu-HU"/>
          </a:p>
        </p:txBody>
      </p:sp>
      <p:sp>
        <p:nvSpPr>
          <p:cNvPr id="7" name="Slide Number Placeholder 6"/>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119404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u-HU"/>
              <a:t>Mintacím szerkesztése</a:t>
            </a:r>
            <a:endParaRPr lang="en-US"/>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D4009C70-6305-9D4A-89E9-978DEF0EE048}" type="datetimeFigureOut">
              <a:rPr lang="hu-HU" smtClean="0"/>
              <a:t>2026. 05. 19.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199925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hu-HU"/>
              <a:t>Mintacím szerkesztése</a:t>
            </a:r>
            <a:endParaRPr lang="en-US"/>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10"/>
          </p:nvPr>
        </p:nvSpPr>
        <p:spPr/>
        <p:txBody>
          <a:bodyPr/>
          <a:lstStyle/>
          <a:p>
            <a:fld id="{D4009C70-6305-9D4A-89E9-978DEF0EE048}" type="datetimeFigureOut">
              <a:rPr lang="hu-HU" smtClean="0"/>
              <a:t>2026. 05. 19.</a:t>
            </a:fld>
            <a:endParaRPr lang="hu-HU"/>
          </a:p>
        </p:txBody>
      </p:sp>
      <p:sp>
        <p:nvSpPr>
          <p:cNvPr id="5" name="Footer Placeholder 4"/>
          <p:cNvSpPr>
            <a:spLocks noGrp="1"/>
          </p:cNvSpPr>
          <p:nvPr>
            <p:ph type="ftr" sz="quarter" idx="11"/>
          </p:nvPr>
        </p:nvSpPr>
        <p:spPr/>
        <p:txBody>
          <a:bodyPr/>
          <a:lstStyle/>
          <a:p>
            <a:endParaRPr lang="hu-HU"/>
          </a:p>
        </p:txBody>
      </p:sp>
      <p:sp>
        <p:nvSpPr>
          <p:cNvPr id="6" name="Slide Number Placeholder 5"/>
          <p:cNvSpPr>
            <a:spLocks noGrp="1"/>
          </p:cNvSpPr>
          <p:nvPr>
            <p:ph type="sldNum" sz="quarter" idx="12"/>
          </p:nvPr>
        </p:nvSpPr>
        <p:spPr/>
        <p:txBody>
          <a:bodyPr/>
          <a:lstStyle/>
          <a:p>
            <a:fld id="{F02298D0-F73F-2C47-98E1-00019BCCBF14}" type="slidenum">
              <a:rPr lang="hu-HU" smtClean="0"/>
              <a:t>‹#›</a:t>
            </a:fld>
            <a:endParaRPr lang="hu-HU"/>
          </a:p>
        </p:txBody>
      </p:sp>
    </p:spTree>
    <p:extLst>
      <p:ext uri="{BB962C8B-B14F-4D97-AF65-F5344CB8AC3E}">
        <p14:creationId xmlns:p14="http://schemas.microsoft.com/office/powerpoint/2010/main" val="74711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hu-HU"/>
              <a:t>Mintacím szerkesztése</a:t>
            </a:r>
            <a:endParaRPr lang="en-US"/>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D4009C70-6305-9D4A-89E9-978DEF0EE048}" type="datetimeFigureOut">
              <a:rPr lang="hu-HU" smtClean="0"/>
              <a:t>2026. 05. 19.</a:t>
            </a:fld>
            <a:endParaRPr lang="hu-HU"/>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hu-HU"/>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F02298D0-F73F-2C47-98E1-00019BCCBF14}" type="slidenum">
              <a:rPr lang="hu-HU" smtClean="0"/>
              <a:t>‹#›</a:t>
            </a:fld>
            <a:endParaRPr lang="hu-HU"/>
          </a:p>
        </p:txBody>
      </p:sp>
    </p:spTree>
    <p:extLst>
      <p:ext uri="{BB962C8B-B14F-4D97-AF65-F5344CB8AC3E}">
        <p14:creationId xmlns:p14="http://schemas.microsoft.com/office/powerpoint/2010/main" val="32612933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18" Type="http://schemas.openxmlformats.org/officeDocument/2006/relationships/image" Target="../media/image1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66810-6C6B-2C2C-7D05-1CC283517015}"/>
            </a:ext>
          </a:extLst>
        </p:cNvPr>
        <p:cNvGrpSpPr/>
        <p:nvPr/>
      </p:nvGrpSpPr>
      <p:grpSpPr>
        <a:xfrm>
          <a:off x="0" y="0"/>
          <a:ext cx="0" cy="0"/>
          <a:chOff x="0" y="0"/>
          <a:chExt cx="0" cy="0"/>
        </a:xfrm>
      </p:grpSpPr>
      <p:sp>
        <p:nvSpPr>
          <p:cNvPr id="17" name="Lekerekített téglalap 16">
            <a:extLst>
              <a:ext uri="{FF2B5EF4-FFF2-40B4-BE49-F238E27FC236}">
                <a16:creationId xmlns:a16="http://schemas.microsoft.com/office/drawing/2014/main" id="{DBABE204-553F-1EAE-10D7-480CA235844B}"/>
              </a:ext>
            </a:extLst>
          </p:cNvPr>
          <p:cNvSpPr>
            <a:spLocks noGrp="1" noRot="1" noMove="1" noResize="1" noEditPoints="1" noAdjustHandles="1" noChangeArrowheads="1" noChangeShapeType="1"/>
          </p:cNvSpPr>
          <p:nvPr/>
        </p:nvSpPr>
        <p:spPr>
          <a:xfrm>
            <a:off x="383391" y="19769996"/>
            <a:ext cx="14649835" cy="3874657"/>
          </a:xfrm>
          <a:prstGeom prst="roundRect">
            <a:avLst/>
          </a:prstGeom>
          <a:solidFill>
            <a:srgbClr val="FFF6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6" name="Lekerekített téglalap 15">
            <a:extLst>
              <a:ext uri="{FF2B5EF4-FFF2-40B4-BE49-F238E27FC236}">
                <a16:creationId xmlns:a16="http://schemas.microsoft.com/office/drawing/2014/main" id="{6323BF1F-D94A-FD16-641B-2A316CA1544D}"/>
              </a:ext>
            </a:extLst>
          </p:cNvPr>
          <p:cNvSpPr>
            <a:spLocks noGrp="1" noRot="1" noMove="1" noResize="1" noEditPoints="1" noAdjustHandles="1" noChangeArrowheads="1" noChangeShapeType="1"/>
          </p:cNvSpPr>
          <p:nvPr/>
        </p:nvSpPr>
        <p:spPr>
          <a:xfrm>
            <a:off x="383390" y="7066153"/>
            <a:ext cx="14677232" cy="3985926"/>
          </a:xfrm>
          <a:prstGeom prst="roundRect">
            <a:avLst/>
          </a:prstGeom>
          <a:solidFill>
            <a:srgbClr val="FFF6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13" name="Lekerekített téglalap 112">
            <a:extLst>
              <a:ext uri="{FF2B5EF4-FFF2-40B4-BE49-F238E27FC236}">
                <a16:creationId xmlns:a16="http://schemas.microsoft.com/office/drawing/2014/main" id="{99AD6A98-2961-9671-A012-358503E8A81D}"/>
              </a:ext>
            </a:extLst>
          </p:cNvPr>
          <p:cNvSpPr>
            <a:spLocks/>
          </p:cNvSpPr>
          <p:nvPr/>
        </p:nvSpPr>
        <p:spPr>
          <a:xfrm>
            <a:off x="383392" y="23852181"/>
            <a:ext cx="14649834" cy="8025252"/>
          </a:xfrm>
          <a:prstGeom prst="roundRect">
            <a:avLst/>
          </a:prstGeom>
          <a:solidFill>
            <a:srgbClr val="FFF6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endParaRPr>
          </a:p>
        </p:txBody>
      </p:sp>
      <p:sp>
        <p:nvSpPr>
          <p:cNvPr id="115" name="Lekerekített téglalap 114">
            <a:extLst>
              <a:ext uri="{FF2B5EF4-FFF2-40B4-BE49-F238E27FC236}">
                <a16:creationId xmlns:a16="http://schemas.microsoft.com/office/drawing/2014/main" id="{8ECB4281-630B-4FDF-50BD-71A9395382DC}"/>
              </a:ext>
            </a:extLst>
          </p:cNvPr>
          <p:cNvSpPr/>
          <p:nvPr/>
        </p:nvSpPr>
        <p:spPr>
          <a:xfrm>
            <a:off x="15359337" y="17383628"/>
            <a:ext cx="14558084" cy="4121997"/>
          </a:xfrm>
          <a:prstGeom prst="roundRect">
            <a:avLst/>
          </a:prstGeom>
          <a:solidFill>
            <a:srgbClr val="FFF6E3"/>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marL="457200" indent="-457200" algn="just">
              <a:buFont typeface="Arial" panose="020B0604020202020204" pitchFamily="34" charset="0"/>
              <a:buChar char="•"/>
            </a:pPr>
            <a:endParaRPr lang="en-GB" sz="2800" noProof="1">
              <a:solidFill>
                <a:schemeClr val="tx1"/>
              </a:solidFill>
              <a:latin typeface="Times New Roman" panose="02020603050405020304" pitchFamily="18" charset="0"/>
              <a:cs typeface="Times New Roman" panose="02020603050405020304" pitchFamily="18" charset="0"/>
            </a:endParaRPr>
          </a:p>
        </p:txBody>
      </p:sp>
      <p:sp>
        <p:nvSpPr>
          <p:cNvPr id="125" name="Lekerekített téglalap 124">
            <a:extLst>
              <a:ext uri="{FF2B5EF4-FFF2-40B4-BE49-F238E27FC236}">
                <a16:creationId xmlns:a16="http://schemas.microsoft.com/office/drawing/2014/main" id="{B12EDCB8-19A1-3949-3498-AF4C39D5EA36}"/>
              </a:ext>
            </a:extLst>
          </p:cNvPr>
          <p:cNvSpPr>
            <a:spLocks/>
          </p:cNvSpPr>
          <p:nvPr/>
        </p:nvSpPr>
        <p:spPr>
          <a:xfrm>
            <a:off x="15358465" y="6931010"/>
            <a:ext cx="14539806" cy="3605055"/>
          </a:xfrm>
          <a:prstGeom prst="roundRect">
            <a:avLst/>
          </a:prstGeom>
          <a:solidFill>
            <a:srgbClr val="FFF6E3"/>
          </a:solidFill>
          <a:ln>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just"/>
            <a:endParaRPr lang="en-GB" sz="2200" noProof="1">
              <a:solidFill>
                <a:schemeClr val="tx1"/>
              </a:solidFill>
              <a:latin typeface="Calibri" panose="020F0502020204030204" pitchFamily="34" charset="0"/>
              <a:cs typeface="Calibri" panose="020F0502020204030204" pitchFamily="34" charset="0"/>
            </a:endParaRPr>
          </a:p>
          <a:p>
            <a:pPr algn="just"/>
            <a:endParaRPr lang="en-GB" sz="2800" noProof="1">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GB" sz="2800" noProof="1">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GB" sz="2800" noProof="1">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GB" sz="2800" noProof="1">
              <a:solidFill>
                <a:schemeClr val="tx1"/>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GB" sz="2800" noProof="1">
              <a:solidFill>
                <a:schemeClr val="tx1"/>
              </a:solidFill>
              <a:latin typeface="Times New Roman" panose="02020603050405020304" pitchFamily="18" charset="0"/>
              <a:cs typeface="Times New Roman" panose="02020603050405020304" pitchFamily="18" charset="0"/>
            </a:endParaRPr>
          </a:p>
        </p:txBody>
      </p:sp>
      <p:sp>
        <p:nvSpPr>
          <p:cNvPr id="24" name="Téglalap 23">
            <a:extLst>
              <a:ext uri="{FF2B5EF4-FFF2-40B4-BE49-F238E27FC236}">
                <a16:creationId xmlns:a16="http://schemas.microsoft.com/office/drawing/2014/main" id="{CF88AB5B-7574-0D83-2638-3432DAFD4F1E}"/>
              </a:ext>
            </a:extLst>
          </p:cNvPr>
          <p:cNvSpPr>
            <a:spLocks noGrp="1" noRot="1" noMove="1" noResize="1" noEditPoints="1" noAdjustHandles="1" noChangeArrowheads="1" noChangeShapeType="1"/>
          </p:cNvSpPr>
          <p:nvPr/>
        </p:nvSpPr>
        <p:spPr>
          <a:xfrm>
            <a:off x="-10392" y="-44567"/>
            <a:ext cx="30295997" cy="6421517"/>
          </a:xfrm>
          <a:prstGeom prst="rect">
            <a:avLst/>
          </a:prstGeom>
          <a:solidFill>
            <a:srgbClr val="86B4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5" name="Szövegdoboz 4">
            <a:extLst>
              <a:ext uri="{FF2B5EF4-FFF2-40B4-BE49-F238E27FC236}">
                <a16:creationId xmlns:a16="http://schemas.microsoft.com/office/drawing/2014/main" id="{FE62D56A-53AA-1763-7DD5-150541BC7E1D}"/>
              </a:ext>
            </a:extLst>
          </p:cNvPr>
          <p:cNvSpPr txBox="1">
            <a:spLocks noGrp="1" noRot="1" noMove="1" noResize="1" noEditPoints="1" noAdjustHandles="1" noChangeArrowheads="1" noChangeShapeType="1"/>
          </p:cNvSpPr>
          <p:nvPr/>
        </p:nvSpPr>
        <p:spPr>
          <a:xfrm>
            <a:off x="3496039" y="95568"/>
            <a:ext cx="23283134" cy="3416320"/>
          </a:xfrm>
          <a:prstGeom prst="rect">
            <a:avLst/>
          </a:prstGeom>
          <a:noFill/>
        </p:spPr>
        <p:txBody>
          <a:bodyPr wrap="square" rtlCol="0">
            <a:spAutoFit/>
          </a:bodyPr>
          <a:lstStyle/>
          <a:p>
            <a:pPr algn="ctr"/>
            <a:r>
              <a:rPr lang="en-GB" sz="7200" b="1" noProof="1">
                <a:solidFill>
                  <a:schemeClr val="bg1"/>
                </a:solidFill>
                <a:latin typeface="Times New Roman" panose="02020603050405020304" pitchFamily="18" charset="0"/>
                <a:cs typeface="Times New Roman" panose="02020603050405020304" pitchFamily="18" charset="0"/>
              </a:rPr>
              <a:t>Comparison of Semantic Organization in a Concept Feature Norm of 6–9-Year-Old Children with Thematic and Taxonomic Language Models</a:t>
            </a:r>
          </a:p>
        </p:txBody>
      </p:sp>
      <p:sp>
        <p:nvSpPr>
          <p:cNvPr id="6" name="Szövegdoboz 5">
            <a:extLst>
              <a:ext uri="{FF2B5EF4-FFF2-40B4-BE49-F238E27FC236}">
                <a16:creationId xmlns:a16="http://schemas.microsoft.com/office/drawing/2014/main" id="{7E11F13F-AEFE-374E-794B-8BC9369B08B1}"/>
              </a:ext>
            </a:extLst>
          </p:cNvPr>
          <p:cNvSpPr txBox="1">
            <a:spLocks noGrp="1" noRot="1" noMove="1" noResize="1" noEditPoints="1" noAdjustHandles="1" noChangeArrowheads="1" noChangeShapeType="1"/>
          </p:cNvSpPr>
          <p:nvPr/>
        </p:nvSpPr>
        <p:spPr>
          <a:xfrm>
            <a:off x="5081791" y="4596664"/>
            <a:ext cx="19926248" cy="1569660"/>
          </a:xfrm>
          <a:prstGeom prst="rect">
            <a:avLst/>
          </a:prstGeom>
          <a:noFill/>
        </p:spPr>
        <p:txBody>
          <a:bodyPr wrap="square" rtlCol="0">
            <a:spAutoFit/>
          </a:bodyPr>
          <a:lstStyle/>
          <a:p>
            <a:pPr algn="ctr"/>
            <a:r>
              <a:rPr lang="en-GB" sz="2400" noProof="1">
                <a:solidFill>
                  <a:schemeClr val="bg1"/>
                </a:solidFill>
                <a:latin typeface="Calibri" panose="020F0502020204030204" pitchFamily="34" charset="0"/>
                <a:cs typeface="Calibri" panose="020F0502020204030204" pitchFamily="34" charset="0"/>
              </a:rPr>
              <a:t>1. Brain Imaging Centre, HUN-REN Research Centre for Natural Sciences, Budapest, Hungary; 2. Faculty of Education and Psychology, ELTE Eötvös Loránd University, Budapest, Hungary; 3. Doctoral School of Psychology, ELTE Eötvös Loránd University, Hungary; 4. Institute of Psychology, ELTE Eötvös Loránd University, Hungary; 5. Department of Economics, Budapest University of Technology and Economics, Budapest, Hungary; 6. Semmelweis University, Doctoral School of Mental Health Sciences and Psychiatry, Budapest, Hungary </a:t>
            </a:r>
          </a:p>
        </p:txBody>
      </p:sp>
      <p:sp>
        <p:nvSpPr>
          <p:cNvPr id="7" name="Szövegdoboz 6">
            <a:extLst>
              <a:ext uri="{FF2B5EF4-FFF2-40B4-BE49-F238E27FC236}">
                <a16:creationId xmlns:a16="http://schemas.microsoft.com/office/drawing/2014/main" id="{2DED672F-DCDD-E877-E83D-67FD45C1CB9B}"/>
              </a:ext>
            </a:extLst>
          </p:cNvPr>
          <p:cNvSpPr txBox="1">
            <a:spLocks noGrp="1" noRot="1" noMove="1" noResize="1" noEditPoints="1" noAdjustHandles="1" noChangeArrowheads="1" noChangeShapeType="1"/>
          </p:cNvSpPr>
          <p:nvPr/>
        </p:nvSpPr>
        <p:spPr>
          <a:xfrm>
            <a:off x="5270589" y="3465414"/>
            <a:ext cx="19548651" cy="1077218"/>
          </a:xfrm>
          <a:prstGeom prst="rect">
            <a:avLst/>
          </a:prstGeom>
          <a:noFill/>
        </p:spPr>
        <p:txBody>
          <a:bodyPr wrap="square" rtlCol="0">
            <a:spAutoFit/>
          </a:bodyPr>
          <a:lstStyle/>
          <a:p>
            <a:pPr algn="ctr"/>
            <a:r>
              <a:rPr lang="en-GB" sz="3200" noProof="1">
                <a:solidFill>
                  <a:schemeClr val="bg1"/>
                </a:solidFill>
                <a:latin typeface="Calibri" panose="020F0502020204030204" pitchFamily="34" charset="0"/>
                <a:cs typeface="Calibri" panose="020F0502020204030204" pitchFamily="34" charset="0"/>
              </a:rPr>
              <a:t>Anna Noémi Illés </a:t>
            </a:r>
            <a:r>
              <a:rPr lang="en-GB" sz="3200" baseline="30000" noProof="1">
                <a:solidFill>
                  <a:schemeClr val="bg1"/>
                </a:solidFill>
                <a:latin typeface="Calibri" panose="020F0502020204030204" pitchFamily="34" charset="0"/>
                <a:cs typeface="Calibri" panose="020F0502020204030204" pitchFamily="34" charset="0"/>
              </a:rPr>
              <a:t>1, 2</a:t>
            </a:r>
            <a:r>
              <a:rPr lang="en-GB" sz="3200" noProof="1">
                <a:solidFill>
                  <a:schemeClr val="bg1"/>
                </a:solidFill>
                <a:latin typeface="Calibri" panose="020F0502020204030204" pitchFamily="34" charset="0"/>
                <a:cs typeface="Calibri" panose="020F0502020204030204" pitchFamily="34" charset="0"/>
              </a:rPr>
              <a:t>, Alex Ilyés</a:t>
            </a:r>
            <a:r>
              <a:rPr lang="en-GB" sz="3200" baseline="30000" noProof="1">
                <a:solidFill>
                  <a:schemeClr val="bg1"/>
                </a:solidFill>
                <a:latin typeface="Calibri" panose="020F0502020204030204" pitchFamily="34" charset="0"/>
                <a:cs typeface="Calibri" panose="020F0502020204030204" pitchFamily="34" charset="0"/>
              </a:rPr>
              <a:t>1, 3, 4</a:t>
            </a:r>
            <a:r>
              <a:rPr lang="en-GB" sz="3200" noProof="1">
                <a:solidFill>
                  <a:schemeClr val="bg1"/>
                </a:solidFill>
                <a:latin typeface="Calibri" panose="020F0502020204030204" pitchFamily="34" charset="0"/>
                <a:cs typeface="Calibri" panose="020F0502020204030204" pitchFamily="34" charset="0"/>
              </a:rPr>
              <a:t>, Borbála Brosig</a:t>
            </a:r>
            <a:r>
              <a:rPr lang="en-GB" sz="3200" baseline="30000" noProof="1">
                <a:solidFill>
                  <a:schemeClr val="bg1"/>
                </a:solidFill>
                <a:latin typeface="Calibri" panose="020F0502020204030204" pitchFamily="34" charset="0"/>
                <a:cs typeface="Calibri" panose="020F0502020204030204" pitchFamily="34" charset="0"/>
              </a:rPr>
              <a:t>1, 6</a:t>
            </a:r>
            <a:r>
              <a:rPr lang="en-GB" sz="3200" noProof="1">
                <a:solidFill>
                  <a:schemeClr val="bg1"/>
                </a:solidFill>
                <a:latin typeface="Calibri" panose="020F0502020204030204" pitchFamily="34" charset="0"/>
                <a:cs typeface="Calibri" panose="020F0502020204030204" pitchFamily="34" charset="0"/>
              </a:rPr>
              <a:t>, Anna Bródy </a:t>
            </a:r>
            <a:r>
              <a:rPr lang="en-GB" sz="3200" baseline="30000" noProof="1">
                <a:solidFill>
                  <a:schemeClr val="bg1"/>
                </a:solidFill>
                <a:latin typeface="Calibri" panose="020F0502020204030204" pitchFamily="34" charset="0"/>
                <a:cs typeface="Calibri" panose="020F0502020204030204" pitchFamily="34" charset="0"/>
              </a:rPr>
              <a:t>1, 5</a:t>
            </a:r>
            <a:r>
              <a:rPr lang="en-GB" sz="3200" noProof="1">
                <a:solidFill>
                  <a:schemeClr val="bg1"/>
                </a:solidFill>
                <a:latin typeface="Calibri" panose="020F0502020204030204" pitchFamily="34" charset="0"/>
                <a:cs typeface="Calibri" panose="020F0502020204030204" pitchFamily="34" charset="0"/>
              </a:rPr>
              <a:t>, Rebecca McFegan </a:t>
            </a:r>
            <a:r>
              <a:rPr lang="en-GB" sz="3200" baseline="30000" noProof="1">
                <a:solidFill>
                  <a:schemeClr val="bg1"/>
                </a:solidFill>
                <a:latin typeface="Calibri" panose="020F0502020204030204" pitchFamily="34" charset="0"/>
                <a:cs typeface="Calibri" panose="020F0502020204030204" pitchFamily="34" charset="0"/>
              </a:rPr>
              <a:t>1, 2</a:t>
            </a:r>
            <a:r>
              <a:rPr lang="en-GB" sz="3200" noProof="1">
                <a:solidFill>
                  <a:schemeClr val="bg1"/>
                </a:solidFill>
                <a:latin typeface="Calibri" panose="020F0502020204030204" pitchFamily="34" charset="0"/>
                <a:cs typeface="Calibri" panose="020F0502020204030204" pitchFamily="34" charset="0"/>
              </a:rPr>
              <a:t>, Mónika Egyed</a:t>
            </a:r>
            <a:r>
              <a:rPr lang="en-GB" sz="3200" baseline="30000" noProof="1">
                <a:solidFill>
                  <a:schemeClr val="bg1"/>
                </a:solidFill>
                <a:latin typeface="Calibri" panose="020F0502020204030204" pitchFamily="34" charset="0"/>
                <a:cs typeface="Calibri" panose="020F0502020204030204" pitchFamily="34" charset="0"/>
              </a:rPr>
              <a:t>1, 2</a:t>
            </a:r>
            <a:r>
              <a:rPr lang="en-GB" sz="3200" noProof="1">
                <a:solidFill>
                  <a:schemeClr val="bg1"/>
                </a:solidFill>
                <a:latin typeface="Calibri" panose="020F0502020204030204" pitchFamily="34" charset="0"/>
                <a:cs typeface="Calibri" panose="020F0502020204030204" pitchFamily="34" charset="0"/>
              </a:rPr>
              <a:t>, Szonja Szabó</a:t>
            </a:r>
            <a:r>
              <a:rPr lang="en-GB" sz="3200" baseline="30000" noProof="1">
                <a:solidFill>
                  <a:schemeClr val="bg1"/>
                </a:solidFill>
                <a:latin typeface="Calibri" panose="020F0502020204030204" pitchFamily="34" charset="0"/>
                <a:cs typeface="Calibri" panose="020F0502020204030204" pitchFamily="34" charset="0"/>
              </a:rPr>
              <a:t>1, 2</a:t>
            </a:r>
            <a:r>
              <a:rPr lang="en-GB" sz="3200" noProof="1">
                <a:solidFill>
                  <a:schemeClr val="bg1"/>
                </a:solidFill>
                <a:latin typeface="Calibri" panose="020F0502020204030204" pitchFamily="34" charset="0"/>
                <a:cs typeface="Calibri" panose="020F0502020204030204" pitchFamily="34" charset="0"/>
              </a:rPr>
              <a:t>, Donát Keszthelyi</a:t>
            </a:r>
            <a:r>
              <a:rPr lang="en-GB" sz="3200" baseline="30000" noProof="1">
                <a:solidFill>
                  <a:schemeClr val="bg1"/>
                </a:solidFill>
                <a:latin typeface="Calibri" panose="020F0502020204030204" pitchFamily="34" charset="0"/>
                <a:cs typeface="Calibri" panose="020F0502020204030204" pitchFamily="34" charset="0"/>
              </a:rPr>
              <a:t>1, 2</a:t>
            </a:r>
            <a:r>
              <a:rPr lang="en-GB" sz="3200" noProof="1">
                <a:solidFill>
                  <a:schemeClr val="bg1"/>
                </a:solidFill>
                <a:latin typeface="Calibri" panose="020F0502020204030204" pitchFamily="34" charset="0"/>
                <a:cs typeface="Calibri" panose="020F0502020204030204" pitchFamily="34" charset="0"/>
              </a:rPr>
              <a:t>, Éva Kovaliczky</a:t>
            </a:r>
            <a:r>
              <a:rPr lang="en-GB" sz="3200" baseline="30000" noProof="1">
                <a:solidFill>
                  <a:schemeClr val="bg1"/>
                </a:solidFill>
                <a:latin typeface="Calibri" panose="020F0502020204030204" pitchFamily="34" charset="0"/>
                <a:cs typeface="Calibri" panose="020F0502020204030204" pitchFamily="34" charset="0"/>
              </a:rPr>
              <a:t>2</a:t>
            </a:r>
            <a:r>
              <a:rPr lang="en-GB" sz="3200" noProof="1">
                <a:solidFill>
                  <a:schemeClr val="bg1"/>
                </a:solidFill>
                <a:latin typeface="Calibri" panose="020F0502020204030204" pitchFamily="34" charset="0"/>
                <a:cs typeface="Calibri" panose="020F0502020204030204" pitchFamily="34" charset="0"/>
              </a:rPr>
              <a:t>, Boróka Ferencz</a:t>
            </a:r>
            <a:r>
              <a:rPr lang="en-GB" sz="3200" baseline="30000" noProof="1">
                <a:solidFill>
                  <a:schemeClr val="bg1"/>
                </a:solidFill>
                <a:latin typeface="Calibri" panose="020F0502020204030204" pitchFamily="34" charset="0"/>
                <a:cs typeface="Calibri" panose="020F0502020204030204" pitchFamily="34" charset="0"/>
              </a:rPr>
              <a:t>1,3,4</a:t>
            </a:r>
            <a:r>
              <a:rPr lang="en-GB" sz="3200" noProof="1">
                <a:solidFill>
                  <a:schemeClr val="bg1"/>
                </a:solidFill>
                <a:latin typeface="Calibri" panose="020F0502020204030204" pitchFamily="34" charset="0"/>
                <a:cs typeface="Calibri" panose="020F0502020204030204" pitchFamily="34" charset="0"/>
              </a:rPr>
              <a:t>, Attila Keresztes</a:t>
            </a:r>
            <a:r>
              <a:rPr lang="en-GB" sz="3200" baseline="30000" noProof="1">
                <a:solidFill>
                  <a:schemeClr val="bg1"/>
                </a:solidFill>
                <a:latin typeface="Calibri" panose="020F0502020204030204" pitchFamily="34" charset="0"/>
                <a:cs typeface="Calibri" panose="020F0502020204030204" pitchFamily="34" charset="0"/>
              </a:rPr>
              <a:t>1,4</a:t>
            </a:r>
          </a:p>
        </p:txBody>
      </p:sp>
      <p:sp>
        <p:nvSpPr>
          <p:cNvPr id="44" name="Téglalap 43">
            <a:extLst>
              <a:ext uri="{FF2B5EF4-FFF2-40B4-BE49-F238E27FC236}">
                <a16:creationId xmlns:a16="http://schemas.microsoft.com/office/drawing/2014/main" id="{404F314C-D432-AFAE-ADBD-92223A703718}"/>
              </a:ext>
            </a:extLst>
          </p:cNvPr>
          <p:cNvSpPr>
            <a:spLocks noGrp="1" noRot="1" noMove="1" noResize="1" noEditPoints="1" noAdjustHandles="1" noChangeArrowheads="1" noChangeShapeType="1"/>
          </p:cNvSpPr>
          <p:nvPr/>
        </p:nvSpPr>
        <p:spPr>
          <a:xfrm>
            <a:off x="-10392" y="40830198"/>
            <a:ext cx="30295997" cy="1985575"/>
          </a:xfrm>
          <a:prstGeom prst="rect">
            <a:avLst/>
          </a:prstGeom>
          <a:solidFill>
            <a:srgbClr val="86B46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73" name="Kép 72">
            <a:extLst>
              <a:ext uri="{FF2B5EF4-FFF2-40B4-BE49-F238E27FC236}">
                <a16:creationId xmlns:a16="http://schemas.microsoft.com/office/drawing/2014/main" id="{B95727B7-E61D-3710-D353-BD5F1B2439D9}"/>
              </a:ext>
            </a:extLst>
          </p:cNvPr>
          <p:cNvPicPr>
            <a:picLocks noGrp="1" noRot="1" noChangeAspect="1" noMove="1" noResize="1" noEditPoints="1" noAdjustHandles="1" noChangeArrowheads="1" noChangeShapeType="1" noCrop="1"/>
          </p:cNvPicPr>
          <p:nvPr/>
        </p:nvPicPr>
        <p:blipFill>
          <a:blip r:embed="rId3"/>
          <a:stretch>
            <a:fillRect/>
          </a:stretch>
        </p:blipFill>
        <p:spPr>
          <a:xfrm>
            <a:off x="487771" y="95568"/>
            <a:ext cx="2043441" cy="3772508"/>
          </a:xfrm>
          <a:prstGeom prst="rect">
            <a:avLst/>
          </a:prstGeom>
        </p:spPr>
      </p:pic>
      <p:pic>
        <p:nvPicPr>
          <p:cNvPr id="77" name="Ábra 76">
            <a:extLst>
              <a:ext uri="{FF2B5EF4-FFF2-40B4-BE49-F238E27FC236}">
                <a16:creationId xmlns:a16="http://schemas.microsoft.com/office/drawing/2014/main" id="{591542C5-685F-600A-346A-FFC0256732B3}"/>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26130842" y="3736690"/>
            <a:ext cx="3772301" cy="1315246"/>
          </a:xfrm>
          <a:prstGeom prst="rect">
            <a:avLst/>
          </a:prstGeom>
        </p:spPr>
      </p:pic>
      <p:sp>
        <p:nvSpPr>
          <p:cNvPr id="88" name="Szövegdoboz 87">
            <a:extLst>
              <a:ext uri="{FF2B5EF4-FFF2-40B4-BE49-F238E27FC236}">
                <a16:creationId xmlns:a16="http://schemas.microsoft.com/office/drawing/2014/main" id="{B52DCE76-A70D-337A-5312-C3B944176579}"/>
              </a:ext>
            </a:extLst>
          </p:cNvPr>
          <p:cNvSpPr txBox="1">
            <a:spLocks noGrp="1" noRot="1" noMove="1" noResize="1" noEditPoints="1" noAdjustHandles="1" noChangeArrowheads="1" noChangeShapeType="1"/>
          </p:cNvSpPr>
          <p:nvPr/>
        </p:nvSpPr>
        <p:spPr>
          <a:xfrm>
            <a:off x="26314131" y="41230867"/>
            <a:ext cx="3822597" cy="1477328"/>
          </a:xfrm>
          <a:prstGeom prst="rect">
            <a:avLst/>
          </a:prstGeom>
          <a:noFill/>
        </p:spPr>
        <p:txBody>
          <a:bodyPr wrap="square">
            <a:spAutoFit/>
          </a:bodyPr>
          <a:lstStyle/>
          <a:p>
            <a:pPr algn="r"/>
            <a:r>
              <a:rPr lang="en-GB" b="1" noProof="1">
                <a:solidFill>
                  <a:schemeClr val="bg1"/>
                </a:solidFill>
                <a:latin typeface="Times New Roman" panose="02020603050405020304" pitchFamily="18" charset="0"/>
                <a:cs typeface="Times New Roman" panose="02020603050405020304" pitchFamily="18" charset="0"/>
              </a:rPr>
              <a:t>Acknowledgements</a:t>
            </a:r>
          </a:p>
          <a:p>
            <a:pPr algn="r"/>
            <a:r>
              <a:rPr lang="en-GB" noProof="1">
                <a:solidFill>
                  <a:schemeClr val="bg1"/>
                </a:solidFill>
                <a:latin typeface="Times New Roman" panose="02020603050405020304" pitchFamily="18" charset="0"/>
                <a:cs typeface="Times New Roman" panose="02020603050405020304" pitchFamily="18" charset="0"/>
              </a:rPr>
              <a:t>The conference participation was supported by the Talent Support Council of ELTE and the Faculty Scholarship Committee of ELTE PPK.</a:t>
            </a:r>
          </a:p>
        </p:txBody>
      </p:sp>
      <p:sp>
        <p:nvSpPr>
          <p:cNvPr id="92" name="Szövegdoboz 91">
            <a:extLst>
              <a:ext uri="{FF2B5EF4-FFF2-40B4-BE49-F238E27FC236}">
                <a16:creationId xmlns:a16="http://schemas.microsoft.com/office/drawing/2014/main" id="{A4C1A526-2AEB-6497-28A8-4947D6FBBCB0}"/>
              </a:ext>
            </a:extLst>
          </p:cNvPr>
          <p:cNvSpPr txBox="1">
            <a:spLocks noGrp="1" noRot="1" noMove="1" noResize="1" noEditPoints="1" noAdjustHandles="1" noChangeArrowheads="1" noChangeShapeType="1"/>
          </p:cNvSpPr>
          <p:nvPr/>
        </p:nvSpPr>
        <p:spPr>
          <a:xfrm>
            <a:off x="25339403" y="5745390"/>
            <a:ext cx="5172313" cy="523220"/>
          </a:xfrm>
          <a:prstGeom prst="rect">
            <a:avLst/>
          </a:prstGeom>
          <a:noFill/>
        </p:spPr>
        <p:txBody>
          <a:bodyPr wrap="square" rtlCol="0">
            <a:spAutoFit/>
          </a:bodyPr>
          <a:lstStyle/>
          <a:p>
            <a:r>
              <a:rPr lang="en-GB" sz="2800" b="1" noProof="1">
                <a:solidFill>
                  <a:schemeClr val="bg1"/>
                </a:solidFill>
                <a:latin typeface="Times New Roman" panose="02020603050405020304" pitchFamily="18" charset="0"/>
                <a:cs typeface="Times New Roman" panose="02020603050405020304" pitchFamily="18" charset="0"/>
              </a:rPr>
              <a:t>Contact info: </a:t>
            </a:r>
            <a:r>
              <a:rPr lang="en-GB" sz="2800" noProof="1">
                <a:solidFill>
                  <a:schemeClr val="bg1"/>
                </a:solidFill>
                <a:latin typeface="Times New Roman" panose="02020603050405020304" pitchFamily="18" charset="0"/>
                <a:cs typeface="Times New Roman" panose="02020603050405020304" pitchFamily="18" charset="0"/>
              </a:rPr>
              <a:t>illes.anna@ttk.hu</a:t>
            </a:r>
          </a:p>
        </p:txBody>
      </p:sp>
      <p:sp>
        <p:nvSpPr>
          <p:cNvPr id="13" name="Lekerekített téglalap 12">
            <a:extLst>
              <a:ext uri="{FF2B5EF4-FFF2-40B4-BE49-F238E27FC236}">
                <a16:creationId xmlns:a16="http://schemas.microsoft.com/office/drawing/2014/main" id="{47BEF8D7-9CE4-D7FF-E0C1-7FD7D6169BD5}"/>
              </a:ext>
            </a:extLst>
          </p:cNvPr>
          <p:cNvSpPr>
            <a:spLocks/>
          </p:cNvSpPr>
          <p:nvPr/>
        </p:nvSpPr>
        <p:spPr>
          <a:xfrm>
            <a:off x="383390" y="23767521"/>
            <a:ext cx="14649835" cy="920027"/>
          </a:xfrm>
          <a:prstGeom prst="roundRect">
            <a:avLst/>
          </a:prstGeom>
          <a:solidFill>
            <a:srgbClr val="86B46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b="1" noProof="1">
                <a:ln w="3175">
                  <a:noFill/>
                </a:ln>
                <a:solidFill>
                  <a:schemeClr val="bg1"/>
                </a:solidFill>
                <a:latin typeface="Times New Roman" panose="02020603050405020304" pitchFamily="18" charset="0"/>
                <a:cs typeface="Times New Roman" panose="02020603050405020304" pitchFamily="18" charset="0"/>
              </a:rPr>
              <a:t>Methods</a:t>
            </a:r>
            <a:endParaRPr lang="en-GB" sz="3200" b="1" noProof="1">
              <a:ln w="3175">
                <a:noFill/>
              </a:ln>
              <a:solidFill>
                <a:schemeClr val="bg1"/>
              </a:solidFill>
              <a:latin typeface="Times New Roman" panose="02020603050405020304" pitchFamily="18" charset="0"/>
              <a:cs typeface="Times New Roman" panose="02020603050405020304" pitchFamily="18" charset="0"/>
            </a:endParaRPr>
          </a:p>
        </p:txBody>
      </p:sp>
      <p:sp>
        <p:nvSpPr>
          <p:cNvPr id="14" name="Lekerekített téglalap 13">
            <a:extLst>
              <a:ext uri="{FF2B5EF4-FFF2-40B4-BE49-F238E27FC236}">
                <a16:creationId xmlns:a16="http://schemas.microsoft.com/office/drawing/2014/main" id="{39FE95C6-E66B-26BE-4BAF-4C0996BE9578}"/>
              </a:ext>
            </a:extLst>
          </p:cNvPr>
          <p:cNvSpPr/>
          <p:nvPr/>
        </p:nvSpPr>
        <p:spPr>
          <a:xfrm>
            <a:off x="15340185" y="16933203"/>
            <a:ext cx="14577235" cy="920027"/>
          </a:xfrm>
          <a:prstGeom prst="roundRect">
            <a:avLst/>
          </a:prstGeom>
          <a:solidFill>
            <a:srgbClr val="86B46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b="1" noProof="1">
                <a:ln w="3175">
                  <a:noFill/>
                </a:ln>
                <a:solidFill>
                  <a:schemeClr val="bg1"/>
                </a:solidFill>
                <a:latin typeface="Times New Roman" panose="02020603050405020304" pitchFamily="18" charset="0"/>
                <a:cs typeface="Times New Roman" panose="02020603050405020304" pitchFamily="18" charset="0"/>
              </a:rPr>
              <a:t>Results</a:t>
            </a:r>
            <a:endParaRPr lang="en-GB" sz="3200" b="1" noProof="1">
              <a:ln w="3175">
                <a:noFill/>
              </a:ln>
              <a:solidFill>
                <a:schemeClr val="bg1"/>
              </a:solidFill>
              <a:latin typeface="Times New Roman" panose="02020603050405020304" pitchFamily="18" charset="0"/>
              <a:cs typeface="Times New Roman" panose="02020603050405020304" pitchFamily="18" charset="0"/>
            </a:endParaRPr>
          </a:p>
        </p:txBody>
      </p:sp>
      <p:sp>
        <p:nvSpPr>
          <p:cNvPr id="62" name="Lekerekített téglalap 61">
            <a:extLst>
              <a:ext uri="{FF2B5EF4-FFF2-40B4-BE49-F238E27FC236}">
                <a16:creationId xmlns:a16="http://schemas.microsoft.com/office/drawing/2014/main" id="{B4F38ABB-BC54-7624-196A-8094E804F224}"/>
              </a:ext>
            </a:extLst>
          </p:cNvPr>
          <p:cNvSpPr>
            <a:spLocks noGrp="1" noRot="1" noMove="1" noResize="1" noEditPoints="1" noAdjustHandles="1" noChangeArrowheads="1" noChangeShapeType="1"/>
          </p:cNvSpPr>
          <p:nvPr/>
        </p:nvSpPr>
        <p:spPr>
          <a:xfrm>
            <a:off x="24278140" y="35056239"/>
            <a:ext cx="5764372" cy="5614126"/>
          </a:xfrm>
          <a:prstGeom prst="roundRect">
            <a:avLst/>
          </a:prstGeom>
          <a:solidFill>
            <a:srgbClr val="FFF6E3"/>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1">
              <a:solidFill>
                <a:schemeClr val="tx1"/>
              </a:solidFill>
            </a:endParaRPr>
          </a:p>
        </p:txBody>
      </p:sp>
      <p:sp>
        <p:nvSpPr>
          <p:cNvPr id="63" name="Lekerekített téglalap 62">
            <a:extLst>
              <a:ext uri="{FF2B5EF4-FFF2-40B4-BE49-F238E27FC236}">
                <a16:creationId xmlns:a16="http://schemas.microsoft.com/office/drawing/2014/main" id="{75DD12EB-9121-F2EE-52C5-1E3A8DC0A0CA}"/>
              </a:ext>
            </a:extLst>
          </p:cNvPr>
          <p:cNvSpPr>
            <a:spLocks noGrp="1" noRot="1" noMove="1" noResize="1" noEditPoints="1" noAdjustHandles="1" noChangeArrowheads="1" noChangeShapeType="1"/>
          </p:cNvSpPr>
          <p:nvPr/>
        </p:nvSpPr>
        <p:spPr>
          <a:xfrm>
            <a:off x="24278140" y="34606891"/>
            <a:ext cx="5764372" cy="920027"/>
          </a:xfrm>
          <a:prstGeom prst="roundRect">
            <a:avLst/>
          </a:prstGeom>
          <a:solidFill>
            <a:srgbClr val="86B46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400" b="1" noProof="1">
                <a:ln w="3175">
                  <a:noFill/>
                </a:ln>
                <a:solidFill>
                  <a:schemeClr val="bg1"/>
                </a:solidFill>
                <a:latin typeface="Times New Roman" panose="02020603050405020304" pitchFamily="18" charset="0"/>
                <a:cs typeface="Times New Roman" panose="02020603050405020304" pitchFamily="18" charset="0"/>
              </a:rPr>
              <a:t>Outstanding Questions</a:t>
            </a:r>
          </a:p>
        </p:txBody>
      </p:sp>
      <p:sp>
        <p:nvSpPr>
          <p:cNvPr id="120" name="Szövegdoboz 119">
            <a:extLst>
              <a:ext uri="{FF2B5EF4-FFF2-40B4-BE49-F238E27FC236}">
                <a16:creationId xmlns:a16="http://schemas.microsoft.com/office/drawing/2014/main" id="{0F2C9BCD-F233-0652-0A0C-34AC329DA7D7}"/>
              </a:ext>
            </a:extLst>
          </p:cNvPr>
          <p:cNvSpPr txBox="1">
            <a:spLocks noGrp="1" noRot="1" noMove="1" noResize="1" noEditPoints="1" noAdjustHandles="1" noChangeArrowheads="1" noChangeShapeType="1"/>
          </p:cNvSpPr>
          <p:nvPr/>
        </p:nvSpPr>
        <p:spPr>
          <a:xfrm>
            <a:off x="64917" y="40830199"/>
            <a:ext cx="14320107" cy="1938992"/>
          </a:xfrm>
          <a:prstGeom prst="rect">
            <a:avLst/>
          </a:prstGeom>
          <a:noFill/>
        </p:spPr>
        <p:txBody>
          <a:bodyPr wrap="square">
            <a:spAutoFit/>
          </a:bodyPr>
          <a:lstStyle/>
          <a:p>
            <a:pPr algn="just"/>
            <a:r>
              <a:rPr lang="en-GB" sz="1200" b="1" noProof="1">
                <a:solidFill>
                  <a:schemeClr val="bg1"/>
                </a:solidFill>
                <a:latin typeface="Times New Roman" panose="02020603050405020304" pitchFamily="18" charset="0"/>
                <a:cs typeface="Times New Roman" panose="02020603050405020304" pitchFamily="18" charset="0"/>
              </a:rPr>
              <a:t>References</a:t>
            </a:r>
          </a:p>
          <a:p>
            <a:pPr algn="just"/>
            <a:r>
              <a:rPr lang="en-GB" sz="1200" noProof="1">
                <a:solidFill>
                  <a:schemeClr val="bg1"/>
                </a:solidFill>
                <a:latin typeface="Times New Roman" panose="02020603050405020304" pitchFamily="18" charset="0"/>
                <a:cs typeface="Times New Roman" panose="02020603050405020304" pitchFamily="18" charset="0"/>
              </a:rPr>
              <a:t>[1] Vinson, D. P., &amp; Vigliocco, G. (2008). Semantic feature production norms for a large set of objects and events. Behavior Research Methods, 40(1), 183–190. https://doi.org/10.3758/BRM.40.1.183</a:t>
            </a:r>
          </a:p>
          <a:p>
            <a:pPr algn="just"/>
            <a:r>
              <a:rPr lang="en-GB" sz="1200" noProof="1">
                <a:solidFill>
                  <a:schemeClr val="bg1"/>
                </a:solidFill>
                <a:latin typeface="Times New Roman" panose="02020603050405020304" pitchFamily="18" charset="0"/>
                <a:cs typeface="Times New Roman" panose="02020603050405020304" pitchFamily="18" charset="0"/>
              </a:rPr>
              <a:t>[2] Sloutsky, V. M. (2010). From Perceptual Categories to Concepts: What Develops? Cognitive Science, 34(7), 1244–1286. https://doi.org/10.1111/j.1551-6709.2010.01129.x </a:t>
            </a:r>
          </a:p>
          <a:p>
            <a:pPr algn="just"/>
            <a:r>
              <a:rPr lang="en-GB" sz="1200" noProof="1">
                <a:solidFill>
                  <a:schemeClr val="bg1"/>
                </a:solidFill>
                <a:latin typeface="Times New Roman" panose="02020603050405020304" pitchFamily="18" charset="0"/>
                <a:cs typeface="Times New Roman" panose="02020603050405020304" pitchFamily="18" charset="0"/>
              </a:rPr>
              <a:t>[3] Lin, E. L., &amp; Murphy, G. L. (2001a). Thematic relations in adults’ concepts. Journal of Experimental Psychology: General, 130(1), 3–28. https://doi.org/10.1037/0096-3445.130.1.3</a:t>
            </a:r>
          </a:p>
          <a:p>
            <a:pPr algn="just"/>
            <a:r>
              <a:rPr lang="en-GB" sz="1200" noProof="1">
                <a:solidFill>
                  <a:schemeClr val="bg1"/>
                </a:solidFill>
                <a:latin typeface="Times New Roman" panose="02020603050405020304" pitchFamily="18" charset="0"/>
                <a:cs typeface="Times New Roman" panose="02020603050405020304" pitchFamily="18" charset="0"/>
              </a:rPr>
              <a:t>[4] Hashimoto, N., McGregor, K. K., &amp; Graham, A. (2007). Conceptual Organization at 6 and 8 Years of Age: Evidence From the Semantic Priming of Object Decisions. Journal of Speech, Language, and Hearing Research, 50(1), 161–176. https://doi.org/10.1044/1092- 4388(2007/014)</a:t>
            </a:r>
          </a:p>
          <a:p>
            <a:pPr algn="just"/>
            <a:r>
              <a:rPr lang="en-GB" sz="1200" noProof="1">
                <a:solidFill>
                  <a:schemeClr val="bg1"/>
                </a:solidFill>
                <a:latin typeface="Times New Roman" panose="02020603050405020304" pitchFamily="18" charset="0"/>
                <a:cs typeface="Times New Roman" panose="02020603050405020304" pitchFamily="18" charset="0"/>
              </a:rPr>
              <a:t>[5] Lucariello, J., Kyratzis, A., &amp; Nelson, K. (1992). Taxonomic Knowledge: What Kind and When? Child Development, 63(4), 978. https://doi.org/10.2307/1131248</a:t>
            </a:r>
          </a:p>
          <a:p>
            <a:pPr algn="just"/>
            <a:r>
              <a:rPr lang="en-GB" sz="1200" noProof="1">
                <a:solidFill>
                  <a:schemeClr val="bg1"/>
                </a:solidFill>
                <a:latin typeface="Times New Roman" panose="02020603050405020304" pitchFamily="18" charset="0"/>
                <a:cs typeface="Times New Roman" panose="02020603050405020304" pitchFamily="18" charset="0"/>
              </a:rPr>
              <a:t>[6] McRae, K., Cree, G. S., Seidenberg, M. S., &amp; Mcnorgan, C. (2005). Semantic feature production norms for a large set of living and nonliving things. Behavior Research Methods, 37(4), 547–559. https://doi.org/10.3758/BF03192726</a:t>
            </a:r>
          </a:p>
          <a:p>
            <a:pPr algn="just"/>
            <a:r>
              <a:rPr lang="en-GB" sz="1200" noProof="1">
                <a:solidFill>
                  <a:schemeClr val="bg1"/>
                </a:solidFill>
                <a:latin typeface="Times New Roman" panose="02020603050405020304" pitchFamily="18" charset="0"/>
                <a:cs typeface="Times New Roman" panose="02020603050405020304" pitchFamily="18" charset="0"/>
              </a:rPr>
              <a:t>[7] Kremer, G., &amp; Baroni, M. (2011). A set of semantic norms for German and Italian. Behavior Research Methods, 43(1), 97–109. https://doi.org/10.3758/s13428-010-0028-x</a:t>
            </a:r>
          </a:p>
        </p:txBody>
      </p:sp>
      <p:sp>
        <p:nvSpPr>
          <p:cNvPr id="127" name="Lekerekített téglalap 126">
            <a:extLst>
              <a:ext uri="{FF2B5EF4-FFF2-40B4-BE49-F238E27FC236}">
                <a16:creationId xmlns:a16="http://schemas.microsoft.com/office/drawing/2014/main" id="{F372226C-460E-DC5D-B8B1-9B735088E29A}"/>
              </a:ext>
            </a:extLst>
          </p:cNvPr>
          <p:cNvSpPr>
            <a:spLocks/>
          </p:cNvSpPr>
          <p:nvPr/>
        </p:nvSpPr>
        <p:spPr>
          <a:xfrm>
            <a:off x="15358464" y="6583349"/>
            <a:ext cx="6236341" cy="654417"/>
          </a:xfrm>
          <a:prstGeom prst="roundRect">
            <a:avLst/>
          </a:prstGeom>
          <a:solidFill>
            <a:srgbClr val="7556B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1">
                <a:ln w="3175">
                  <a:noFill/>
                </a:ln>
                <a:solidFill>
                  <a:schemeClr val="bg1"/>
                </a:solidFill>
                <a:latin typeface="Times New Roman" panose="02020603050405020304" pitchFamily="18" charset="0"/>
                <a:cs typeface="Times New Roman" panose="02020603050405020304" pitchFamily="18" charset="0"/>
              </a:rPr>
              <a:t>Preprocessing</a:t>
            </a:r>
            <a:endParaRPr lang="en-GB" sz="1600" b="1" noProof="1">
              <a:ln w="3175">
                <a:noFill/>
              </a:ln>
              <a:solidFill>
                <a:schemeClr val="bg1"/>
              </a:solidFill>
              <a:latin typeface="Times New Roman" panose="02020603050405020304" pitchFamily="18" charset="0"/>
              <a:cs typeface="Times New Roman" panose="02020603050405020304" pitchFamily="18" charset="0"/>
            </a:endParaRPr>
          </a:p>
        </p:txBody>
      </p:sp>
      <p:pic>
        <p:nvPicPr>
          <p:cNvPr id="157" name="Ábra 156">
            <a:extLst>
              <a:ext uri="{FF2B5EF4-FFF2-40B4-BE49-F238E27FC236}">
                <a16:creationId xmlns:a16="http://schemas.microsoft.com/office/drawing/2014/main" id="{521C2F3C-10C3-50D8-69C3-38709A32EA2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27293291" y="103626"/>
            <a:ext cx="2044632" cy="2679495"/>
          </a:xfrm>
          <a:prstGeom prst="rect">
            <a:avLst/>
          </a:prstGeom>
        </p:spPr>
      </p:pic>
      <p:sp>
        <p:nvSpPr>
          <p:cNvPr id="18" name="Lekerekített téglalap 17">
            <a:extLst>
              <a:ext uri="{FF2B5EF4-FFF2-40B4-BE49-F238E27FC236}">
                <a16:creationId xmlns:a16="http://schemas.microsoft.com/office/drawing/2014/main" id="{C563256F-7C86-0468-58D7-161E9E7D10C0}"/>
              </a:ext>
            </a:extLst>
          </p:cNvPr>
          <p:cNvSpPr>
            <a:spLocks noGrp="1" noRot="1" noMove="1" noResize="1" noEditPoints="1" noAdjustHandles="1" noChangeArrowheads="1" noChangeShapeType="1"/>
          </p:cNvSpPr>
          <p:nvPr/>
        </p:nvSpPr>
        <p:spPr>
          <a:xfrm>
            <a:off x="383390" y="6569856"/>
            <a:ext cx="14677231" cy="920027"/>
          </a:xfrm>
          <a:prstGeom prst="roundRect">
            <a:avLst/>
          </a:prstGeom>
          <a:solidFill>
            <a:srgbClr val="86B46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b="1" noProof="1">
                <a:ln w="3175">
                  <a:noFill/>
                </a:ln>
                <a:solidFill>
                  <a:schemeClr val="bg1"/>
                </a:solidFill>
                <a:latin typeface="Times New Roman" panose="02020603050405020304" pitchFamily="18" charset="0"/>
                <a:cs typeface="Times New Roman" panose="02020603050405020304" pitchFamily="18" charset="0"/>
              </a:rPr>
              <a:t>Introduction</a:t>
            </a:r>
            <a:endParaRPr lang="en-GB" sz="3200" b="1" noProof="1">
              <a:ln w="3175">
                <a:noFill/>
              </a:ln>
              <a:solidFill>
                <a:schemeClr val="bg1"/>
              </a:solidFill>
              <a:latin typeface="Times New Roman" panose="02020603050405020304" pitchFamily="18" charset="0"/>
              <a:cs typeface="Times New Roman" panose="02020603050405020304" pitchFamily="18" charset="0"/>
            </a:endParaRPr>
          </a:p>
        </p:txBody>
      </p:sp>
      <p:sp>
        <p:nvSpPr>
          <p:cNvPr id="12" name="Lekerekített téglalap 11">
            <a:extLst>
              <a:ext uri="{FF2B5EF4-FFF2-40B4-BE49-F238E27FC236}">
                <a16:creationId xmlns:a16="http://schemas.microsoft.com/office/drawing/2014/main" id="{EFC12B4D-EFC0-8C0C-677E-BF0F56F8B960}"/>
              </a:ext>
            </a:extLst>
          </p:cNvPr>
          <p:cNvSpPr>
            <a:spLocks noGrp="1" noRot="1" noMove="1" noResize="1" noEditPoints="1" noAdjustHandles="1" noChangeArrowheads="1" noChangeShapeType="1"/>
          </p:cNvSpPr>
          <p:nvPr/>
        </p:nvSpPr>
        <p:spPr>
          <a:xfrm>
            <a:off x="383390" y="19289035"/>
            <a:ext cx="6236339" cy="655617"/>
          </a:xfrm>
          <a:prstGeom prst="roundRect">
            <a:avLst/>
          </a:prstGeom>
          <a:solidFill>
            <a:srgbClr val="7556B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b="1" noProof="1">
                <a:ln w="3175">
                  <a:noFill/>
                </a:ln>
                <a:solidFill>
                  <a:schemeClr val="bg1"/>
                </a:solidFill>
                <a:latin typeface="Times New Roman" panose="02020603050405020304" pitchFamily="18" charset="0"/>
                <a:cs typeface="Times New Roman" panose="02020603050405020304" pitchFamily="18" charset="0"/>
              </a:rPr>
              <a:t>Questions</a:t>
            </a:r>
            <a:endParaRPr lang="en-GB" sz="1600" b="1" noProof="1">
              <a:ln w="3175">
                <a:noFill/>
              </a:ln>
              <a:solidFill>
                <a:schemeClr val="bg1"/>
              </a:solidFill>
              <a:latin typeface="Times New Roman" panose="02020603050405020304" pitchFamily="18" charset="0"/>
              <a:cs typeface="Times New Roman" panose="02020603050405020304" pitchFamily="18" charset="0"/>
            </a:endParaRPr>
          </a:p>
        </p:txBody>
      </p:sp>
      <p:grpSp>
        <p:nvGrpSpPr>
          <p:cNvPr id="29" name="Csoportba foglalás 28">
            <a:extLst>
              <a:ext uri="{FF2B5EF4-FFF2-40B4-BE49-F238E27FC236}">
                <a16:creationId xmlns:a16="http://schemas.microsoft.com/office/drawing/2014/main" id="{6EAE3ADC-4311-74B6-75F2-9CF28F40127B}"/>
              </a:ext>
            </a:extLst>
          </p:cNvPr>
          <p:cNvGrpSpPr>
            <a:grpSpLocks noGrp="1" noUngrp="1" noRot="1" noMove="1" noResize="1"/>
          </p:cNvGrpSpPr>
          <p:nvPr/>
        </p:nvGrpSpPr>
        <p:grpSpPr>
          <a:xfrm>
            <a:off x="8662117" y="24590256"/>
            <a:ext cx="6828230" cy="6430662"/>
            <a:chOff x="8596327" y="26233159"/>
            <a:chExt cx="7166510" cy="6586328"/>
          </a:xfrm>
        </p:grpSpPr>
        <p:grpSp>
          <p:nvGrpSpPr>
            <p:cNvPr id="21" name="Csoportba foglalás 20">
              <a:extLst>
                <a:ext uri="{FF2B5EF4-FFF2-40B4-BE49-F238E27FC236}">
                  <a16:creationId xmlns:a16="http://schemas.microsoft.com/office/drawing/2014/main" id="{461CB431-8FE3-D184-1626-6F7C584889DC}"/>
                </a:ext>
              </a:extLst>
            </p:cNvPr>
            <p:cNvGrpSpPr>
              <a:grpSpLocks noGrp="1" noUngrp="1" noRot="1" noMove="1" noResize="1"/>
            </p:cNvGrpSpPr>
            <p:nvPr/>
          </p:nvGrpSpPr>
          <p:grpSpPr>
            <a:xfrm>
              <a:off x="8596327" y="26410869"/>
              <a:ext cx="7166510" cy="6408618"/>
              <a:chOff x="8596327" y="23509418"/>
              <a:chExt cx="7166510" cy="6408618"/>
            </a:xfrm>
          </p:grpSpPr>
          <p:grpSp>
            <p:nvGrpSpPr>
              <p:cNvPr id="50" name="Csoportba foglalás 49">
                <a:extLst>
                  <a:ext uri="{FF2B5EF4-FFF2-40B4-BE49-F238E27FC236}">
                    <a16:creationId xmlns:a16="http://schemas.microsoft.com/office/drawing/2014/main" id="{0405297F-8DA7-88EC-84C8-8B95BED3A22F}"/>
                  </a:ext>
                </a:extLst>
              </p:cNvPr>
              <p:cNvGrpSpPr>
                <a:grpSpLocks noGrp="1" noUngrp="1" noRot="1" noMove="1" noResize="1"/>
              </p:cNvGrpSpPr>
              <p:nvPr/>
            </p:nvGrpSpPr>
            <p:grpSpPr>
              <a:xfrm>
                <a:off x="10168217" y="23509418"/>
                <a:ext cx="4303732" cy="5099835"/>
                <a:chOff x="9267334" y="23532388"/>
                <a:chExt cx="5075344" cy="6014181"/>
              </a:xfrm>
            </p:grpSpPr>
            <p:pic>
              <p:nvPicPr>
                <p:cNvPr id="26" name="Kép 25">
                  <a:extLst>
                    <a:ext uri="{FF2B5EF4-FFF2-40B4-BE49-F238E27FC236}">
                      <a16:creationId xmlns:a16="http://schemas.microsoft.com/office/drawing/2014/main" id="{B3B4F101-4EC7-E5D3-D27E-21A638202690}"/>
                    </a:ext>
                  </a:extLst>
                </p:cNvPr>
                <p:cNvPicPr>
                  <a:picLocks noGrp="1" noRot="1" noChangeAspect="1" noMove="1" noResize="1" noEditPoints="1" noAdjustHandles="1" noChangeArrowheads="1" noChangeShapeType="1" noCrop="1"/>
                </p:cNvPicPr>
                <p:nvPr/>
              </p:nvPicPr>
              <p:blipFill>
                <a:blip r:embed="rId6"/>
                <a:stretch>
                  <a:fillRect/>
                </a:stretch>
              </p:blipFill>
              <p:spPr>
                <a:xfrm>
                  <a:off x="9671474" y="23532388"/>
                  <a:ext cx="4278382" cy="6014181"/>
                </a:xfrm>
                <a:prstGeom prst="rect">
                  <a:avLst/>
                </a:prstGeom>
              </p:spPr>
            </p:pic>
            <p:pic>
              <p:nvPicPr>
                <p:cNvPr id="15" name="Kép 14">
                  <a:extLst>
                    <a:ext uri="{FF2B5EF4-FFF2-40B4-BE49-F238E27FC236}">
                      <a16:creationId xmlns:a16="http://schemas.microsoft.com/office/drawing/2014/main" id="{ED56947D-08DF-ADFD-B1C2-61857480A71F}"/>
                    </a:ext>
                  </a:extLst>
                </p:cNvPr>
                <p:cNvPicPr>
                  <a:picLocks noGrp="1" noRot="1" noChangeAspect="1" noMove="1" noResize="1" noEditPoints="1" noAdjustHandles="1" noChangeArrowheads="1" noChangeShapeType="1" noCrop="1"/>
                </p:cNvPicPr>
                <p:nvPr/>
              </p:nvPicPr>
              <p:blipFill>
                <a:blip r:embed="rId7"/>
                <a:srcRect l="18" r="-726"/>
                <a:stretch>
                  <a:fillRect/>
                </a:stretch>
              </p:blipFill>
              <p:spPr>
                <a:xfrm>
                  <a:off x="9267334" y="27099975"/>
                  <a:ext cx="5075344" cy="2435847"/>
                </a:xfrm>
                <a:prstGeom prst="rect">
                  <a:avLst/>
                </a:prstGeom>
              </p:spPr>
            </p:pic>
          </p:grpSp>
          <p:pic>
            <p:nvPicPr>
              <p:cNvPr id="38" name="Ábra 37">
                <a:extLst>
                  <a:ext uri="{FF2B5EF4-FFF2-40B4-BE49-F238E27FC236}">
                    <a16:creationId xmlns:a16="http://schemas.microsoft.com/office/drawing/2014/main" id="{17E7FF40-C842-2170-BCEF-E7B8B49F8E6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8"/>
                  </a:ext>
                </a:extLst>
              </a:blip>
              <a:srcRect l="40133" t="21954" r="39072" b="44998"/>
              <a:stretch>
                <a:fillRect/>
              </a:stretch>
            </p:blipFill>
            <p:spPr>
              <a:xfrm rot="404355">
                <a:off x="13987361" y="27638236"/>
                <a:ext cx="1775476" cy="1587199"/>
              </a:xfrm>
              <a:prstGeom prst="rect">
                <a:avLst/>
              </a:prstGeom>
            </p:spPr>
          </p:pic>
          <p:sp>
            <p:nvSpPr>
              <p:cNvPr id="39" name="Szövegdoboz 38">
                <a:extLst>
                  <a:ext uri="{FF2B5EF4-FFF2-40B4-BE49-F238E27FC236}">
                    <a16:creationId xmlns:a16="http://schemas.microsoft.com/office/drawing/2014/main" id="{2CCA2C5A-C2B0-17E0-7E1B-5FA13A8BEE6B}"/>
                  </a:ext>
                </a:extLst>
              </p:cNvPr>
              <p:cNvSpPr txBox="1">
                <a:spLocks noGrp="1" noRot="1" noMove="1" noResize="1" noEditPoints="1" noAdjustHandles="1" noChangeArrowheads="1" noChangeShapeType="1"/>
              </p:cNvSpPr>
              <p:nvPr/>
            </p:nvSpPr>
            <p:spPr>
              <a:xfrm>
                <a:off x="9186211" y="28751697"/>
                <a:ext cx="5975995" cy="1166339"/>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4. </a:t>
                </a:r>
                <a:r>
                  <a:rPr lang="en-GB" sz="1700" noProof="1">
                    <a:highlight>
                      <a:srgbClr val="EDE4FF"/>
                    </a:highlight>
                    <a:latin typeface="Calibri" panose="020F0502020204030204" pitchFamily="34" charset="0"/>
                    <a:cs typeface="Calibri" panose="020F0502020204030204" pitchFamily="34" charset="0"/>
                  </a:rPr>
                  <a:t>Main screen of the web application displaying the practice concept "ladybug", through which children are familiarized with the task and guided towards producing direct semantic features rather than indirect associative content.</a:t>
                </a:r>
              </a:p>
            </p:txBody>
          </p:sp>
          <p:sp>
            <p:nvSpPr>
              <p:cNvPr id="49" name="Szövegdoboz 48">
                <a:extLst>
                  <a:ext uri="{FF2B5EF4-FFF2-40B4-BE49-F238E27FC236}">
                    <a16:creationId xmlns:a16="http://schemas.microsoft.com/office/drawing/2014/main" id="{36E851E4-7072-6D18-FA53-344056D58C1C}"/>
                  </a:ext>
                </a:extLst>
              </p:cNvPr>
              <p:cNvSpPr txBox="1">
                <a:spLocks noGrp="1" noRot="1" noMove="1" noResize="1" noEditPoints="1" noAdjustHandles="1" noChangeArrowheads="1" noChangeShapeType="1"/>
              </p:cNvSpPr>
              <p:nvPr/>
            </p:nvSpPr>
            <p:spPr>
              <a:xfrm>
                <a:off x="8596327" y="24181770"/>
                <a:ext cx="2559019" cy="2238111"/>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3. </a:t>
                </a:r>
                <a:r>
                  <a:rPr lang="en-GB" sz="1700" noProof="1">
                    <a:highlight>
                      <a:srgbClr val="EDE4FF"/>
                    </a:highlight>
                    <a:latin typeface="Calibri" panose="020F0502020204030204" pitchFamily="34" charset="0"/>
                    <a:cs typeface="Calibri" panose="020F0502020204030204" pitchFamily="34" charset="0"/>
                  </a:rPr>
                  <a:t>"Mimó”, a magical creature from a distant universe, is the central character of the study's cover story, inviting children to assist in their quest to learn about the world.</a:t>
                </a:r>
              </a:p>
            </p:txBody>
          </p:sp>
        </p:grpSp>
        <p:pic>
          <p:nvPicPr>
            <p:cNvPr id="48" name="Ábra 47">
              <a:extLst>
                <a:ext uri="{FF2B5EF4-FFF2-40B4-BE49-F238E27FC236}">
                  <a16:creationId xmlns:a16="http://schemas.microsoft.com/office/drawing/2014/main" id="{A26FF8FB-338A-E911-A0CE-F15F331DB5EB}"/>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rcRect l="20819" t="31983" r="66400" b="24801"/>
            <a:stretch>
              <a:fillRect/>
            </a:stretch>
          </p:blipFill>
          <p:spPr>
            <a:xfrm rot="5037925">
              <a:off x="10700363" y="25789899"/>
              <a:ext cx="982828" cy="1869347"/>
            </a:xfrm>
            <a:prstGeom prst="rect">
              <a:avLst/>
            </a:prstGeom>
          </p:spPr>
        </p:pic>
      </p:grpSp>
      <p:sp>
        <p:nvSpPr>
          <p:cNvPr id="4" name="Szövegdoboz 3">
            <a:extLst>
              <a:ext uri="{FF2B5EF4-FFF2-40B4-BE49-F238E27FC236}">
                <a16:creationId xmlns:a16="http://schemas.microsoft.com/office/drawing/2014/main" id="{F19381D0-FDE3-076A-1686-F4E3CE95FDBA}"/>
              </a:ext>
            </a:extLst>
          </p:cNvPr>
          <p:cNvSpPr txBox="1">
            <a:spLocks noGrp="1" noRot="1" noMove="1" noResize="1" noEditPoints="1" noAdjustHandles="1" noChangeArrowheads="1" noChangeShapeType="1"/>
          </p:cNvSpPr>
          <p:nvPr/>
        </p:nvSpPr>
        <p:spPr>
          <a:xfrm>
            <a:off x="494219" y="7308393"/>
            <a:ext cx="14435870" cy="3477875"/>
          </a:xfrm>
          <a:prstGeom prst="rect">
            <a:avLst/>
          </a:prstGeom>
          <a:noFill/>
        </p:spPr>
        <p:txBody>
          <a:bodyPr wrap="square" rtlCol="0">
            <a:spAutoFit/>
          </a:bodyPr>
          <a:lstStyle/>
          <a:p>
            <a:pPr marL="342900" indent="-342900" algn="just">
              <a:buFont typeface="Arial" panose="020B0604020202020204" pitchFamily="34" charset="0"/>
              <a:buChar char="•"/>
            </a:pPr>
            <a:endParaRPr lang="en-GB" sz="2200" b="1" dirty="0"/>
          </a:p>
          <a:p>
            <a:pPr marL="342900" indent="-342900" algn="just">
              <a:buFont typeface="Arial" panose="020B0604020202020204" pitchFamily="34" charset="0"/>
              <a:buChar char="•"/>
            </a:pPr>
            <a:r>
              <a:rPr lang="en-GB" sz="2200" b="1" dirty="0">
                <a:latin typeface="Calibri" panose="020F0502020204030204" pitchFamily="34" charset="0"/>
                <a:cs typeface="Calibri" panose="020F0502020204030204" pitchFamily="34" charset="0"/>
              </a:rPr>
              <a:t>Concepts </a:t>
            </a:r>
            <a:r>
              <a:rPr lang="en-GB" sz="2200" dirty="0">
                <a:latin typeface="Calibri" panose="020F0502020204030204" pitchFamily="34" charset="0"/>
                <a:cs typeface="Calibri" panose="020F0502020204030204" pitchFamily="34" charset="0"/>
              </a:rPr>
              <a:t>are</a:t>
            </a:r>
            <a:r>
              <a:rPr lang="en-GB" sz="2200" b="1" dirty="0">
                <a:latin typeface="Calibri" panose="020F0502020204030204" pitchFamily="34" charset="0"/>
                <a:cs typeface="Calibri" panose="020F0502020204030204" pitchFamily="34" charset="0"/>
              </a:rPr>
              <a:t> mental </a:t>
            </a:r>
            <a:r>
              <a:rPr lang="en-GB" sz="2200" dirty="0">
                <a:latin typeface="Calibri" panose="020F0502020204030204" pitchFamily="34" charset="0"/>
                <a:cs typeface="Calibri" panose="020F0502020204030204" pitchFamily="34" charset="0"/>
              </a:rPr>
              <a:t>representations defined by observable and latent semantic features that enable categorization [1, 2].</a:t>
            </a:r>
          </a:p>
          <a:p>
            <a:pPr marL="342900" indent="-342900" algn="just">
              <a:buFont typeface="Arial" panose="020B0604020202020204" pitchFamily="34" charset="0"/>
              <a:buChar char="•"/>
            </a:pPr>
            <a:r>
              <a:rPr lang="en-GB" sz="2200" dirty="0">
                <a:latin typeface="Calibri" panose="020F0502020204030204" pitchFamily="34" charset="0"/>
                <a:cs typeface="Calibri" panose="020F0502020204030204" pitchFamily="34" charset="0"/>
              </a:rPr>
              <a:t>In adults, concepts are suggested to be organized </a:t>
            </a:r>
            <a:r>
              <a:rPr lang="en-GB" sz="2200" b="1" dirty="0">
                <a:latin typeface="Calibri" panose="020F0502020204030204" pitchFamily="34" charset="0"/>
                <a:cs typeface="Calibri" panose="020F0502020204030204" pitchFamily="34" charset="0"/>
              </a:rPr>
              <a:t>taxonomically</a:t>
            </a:r>
            <a:r>
              <a:rPr lang="en-GB" sz="2200" dirty="0">
                <a:latin typeface="Calibri" panose="020F0502020204030204" pitchFamily="34" charset="0"/>
                <a:cs typeface="Calibri" panose="020F0502020204030204" pitchFamily="34" charset="0"/>
              </a:rPr>
              <a:t> based on pre-existing categories for efficient retrieval (Figure 1.) [3].</a:t>
            </a:r>
          </a:p>
          <a:p>
            <a:pPr marL="342900" indent="-342900" algn="just">
              <a:buFont typeface="Arial" panose="020B0604020202020204" pitchFamily="34" charset="0"/>
              <a:buChar char="•"/>
            </a:pPr>
            <a:r>
              <a:rPr lang="en-GB" sz="2200" dirty="0">
                <a:latin typeface="Calibri" panose="020F0502020204030204" pitchFamily="34" charset="0"/>
                <a:cs typeface="Calibri" panose="020F0502020204030204" pitchFamily="34" charset="0"/>
              </a:rPr>
              <a:t>In contrast, in children </a:t>
            </a:r>
            <a:r>
              <a:rPr lang="en-GB" sz="2200" b="1" dirty="0">
                <a:latin typeface="Calibri" panose="020F0502020204030204" pitchFamily="34" charset="0"/>
                <a:cs typeface="Calibri" panose="020F0502020204030204" pitchFamily="34" charset="0"/>
              </a:rPr>
              <a:t>before the age of seven</a:t>
            </a:r>
            <a:r>
              <a:rPr lang="en-GB" sz="2200" dirty="0">
                <a:latin typeface="Calibri" panose="020F0502020204030204" pitchFamily="34" charset="0"/>
                <a:cs typeface="Calibri" panose="020F0502020204030204" pitchFamily="34" charset="0"/>
              </a:rPr>
              <a:t>, concepts are suggested to be organized primarily based on </a:t>
            </a:r>
            <a:r>
              <a:rPr lang="en-GB" sz="2200" b="1" dirty="0">
                <a:latin typeface="Calibri" panose="020F0502020204030204" pitchFamily="34" charset="0"/>
                <a:cs typeface="Calibri" panose="020F0502020204030204" pitchFamily="34" charset="0"/>
              </a:rPr>
              <a:t>thematic</a:t>
            </a:r>
            <a:r>
              <a:rPr lang="en-GB" sz="2200" dirty="0">
                <a:latin typeface="Calibri" panose="020F0502020204030204" pitchFamily="34" charset="0"/>
                <a:cs typeface="Calibri" panose="020F0502020204030204" pitchFamily="34" charset="0"/>
              </a:rPr>
              <a:t> relations defining situational co-occurrence (Figure 2.) [4, 5].</a:t>
            </a:r>
          </a:p>
          <a:p>
            <a:pPr marL="342900" indent="-34290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Eliciting verbal descriptions of concepts from participants can be quantified into </a:t>
            </a:r>
            <a:r>
              <a:rPr lang="en-GB" sz="2200" b="1" noProof="1">
                <a:latin typeface="Calibri" panose="020F0502020204030204" pitchFamily="34" charset="0"/>
                <a:cs typeface="Calibri" panose="020F0502020204030204" pitchFamily="34" charset="0"/>
              </a:rPr>
              <a:t>semantic feature norms </a:t>
            </a:r>
            <a:r>
              <a:rPr lang="en-GB" sz="2200" noProof="1">
                <a:latin typeface="Calibri" panose="020F0502020204030204" pitchFamily="34" charset="0"/>
                <a:cs typeface="Calibri" panose="020F0502020204030204" pitchFamily="34" charset="0"/>
              </a:rPr>
              <a:t>to model inter-concept relations [6, 7].</a:t>
            </a:r>
          </a:p>
          <a:p>
            <a:pPr marL="800100" lvl="1" indent="-342900" algn="just">
              <a:buFont typeface="Arial" panose="020B0604020202020204" pitchFamily="34" charset="0"/>
              <a:buChar char="•"/>
            </a:pPr>
            <a:r>
              <a:rPr lang="en-GB" sz="2200" dirty="0">
                <a:latin typeface="Calibri" panose="020F0502020204030204" pitchFamily="34" charset="0"/>
                <a:cs typeface="Calibri" panose="020F0502020204030204" pitchFamily="34" charset="0"/>
              </a:rPr>
              <a:t>Our </a:t>
            </a:r>
            <a:r>
              <a:rPr lang="en-GB" sz="2200" b="1" dirty="0">
                <a:latin typeface="Calibri" panose="020F0502020204030204" pitchFamily="34" charset="0"/>
                <a:cs typeface="Calibri" panose="020F0502020204030204" pitchFamily="34" charset="0"/>
              </a:rPr>
              <a:t>goal</a:t>
            </a:r>
            <a:r>
              <a:rPr lang="en-GB" sz="2200" dirty="0">
                <a:latin typeface="Calibri" panose="020F0502020204030204" pitchFamily="34" charset="0"/>
                <a:cs typeface="Calibri" panose="020F0502020204030204" pitchFamily="34" charset="0"/>
              </a:rPr>
              <a:t> is to </a:t>
            </a:r>
            <a:r>
              <a:rPr lang="en-GB" sz="2200" b="1" dirty="0">
                <a:latin typeface="Calibri" panose="020F0502020204030204" pitchFamily="34" charset="0"/>
                <a:cs typeface="Calibri" panose="020F0502020204030204" pitchFamily="34" charset="0"/>
              </a:rPr>
              <a:t>create a concept feature norm </a:t>
            </a:r>
            <a:r>
              <a:rPr lang="en-GB" sz="2200" dirty="0">
                <a:latin typeface="Calibri" panose="020F0502020204030204" pitchFamily="34" charset="0"/>
                <a:cs typeface="Calibri" panose="020F0502020204030204" pitchFamily="34" charset="0"/>
              </a:rPr>
              <a:t>based on Hungarian children producing concept definitions.</a:t>
            </a:r>
          </a:p>
          <a:p>
            <a:pPr marL="342900" indent="-342900" algn="just">
              <a:buFont typeface="Arial" panose="020B0604020202020204" pitchFamily="34" charset="0"/>
              <a:buChar char="•"/>
            </a:pPr>
            <a:endParaRPr lang="hu-HU" sz="2200" dirty="0"/>
          </a:p>
        </p:txBody>
      </p:sp>
      <p:sp>
        <p:nvSpPr>
          <p:cNvPr id="10" name="Szövegdoboz 9">
            <a:extLst>
              <a:ext uri="{FF2B5EF4-FFF2-40B4-BE49-F238E27FC236}">
                <a16:creationId xmlns:a16="http://schemas.microsoft.com/office/drawing/2014/main" id="{DFCFB2A2-8BAC-6CB7-178A-0E36787E8750}"/>
              </a:ext>
            </a:extLst>
          </p:cNvPr>
          <p:cNvSpPr txBox="1">
            <a:spLocks noGrp="1" noRot="1" noMove="1" noResize="1" noEditPoints="1" noAdjustHandles="1" noChangeArrowheads="1" noChangeShapeType="1"/>
          </p:cNvSpPr>
          <p:nvPr/>
        </p:nvSpPr>
        <p:spPr>
          <a:xfrm>
            <a:off x="593892" y="19650471"/>
            <a:ext cx="14324176" cy="4493538"/>
          </a:xfrm>
          <a:prstGeom prst="rect">
            <a:avLst/>
          </a:prstGeom>
          <a:noFill/>
        </p:spPr>
        <p:txBody>
          <a:bodyPr wrap="square" rtlCol="0">
            <a:spAutoFit/>
          </a:bodyPr>
          <a:lstStyle/>
          <a:p>
            <a:pPr algn="just"/>
            <a:endParaRPr lang="en-GB" sz="2200" noProof="1">
              <a:latin typeface="Times New Roman" panose="02020603050405020304" pitchFamily="18" charset="0"/>
              <a:cs typeface="Times New Roman" panose="02020603050405020304" pitchFamily="18" charset="0"/>
            </a:endParaRPr>
          </a:p>
          <a:p>
            <a:pPr algn="just"/>
            <a:r>
              <a:rPr lang="en-GB" sz="2200" b="1" i="1" noProof="1">
                <a:latin typeface="Calibri" panose="020F0502020204030204" pitchFamily="34" charset="0"/>
                <a:cs typeface="Calibri" panose="020F0502020204030204" pitchFamily="34" charset="0"/>
              </a:rPr>
              <a:t>Does comparing verbal definitions of concepts by 6-9-year-olds to large language corpora reveal an underlying thematic representational structure?</a:t>
            </a:r>
          </a:p>
          <a:p>
            <a:pPr algn="just"/>
            <a:endParaRPr lang="en-GB" sz="2200" b="1" i="1" noProof="1">
              <a:latin typeface="Calibri" panose="020F0502020204030204" pitchFamily="34" charset="0"/>
              <a:cs typeface="Calibri" panose="020F0502020204030204" pitchFamily="34" charset="0"/>
            </a:endParaRPr>
          </a:p>
          <a:p>
            <a:pPr algn="just"/>
            <a:r>
              <a:rPr lang="en-GB" sz="2200" b="1" i="1" noProof="1">
                <a:latin typeface="Calibri" panose="020F0502020204030204" pitchFamily="34" charset="0"/>
                <a:cs typeface="Calibri" panose="020F0502020204030204" pitchFamily="34" charset="0"/>
              </a:rPr>
              <a:t>H1: When modelling concept representations based on co-occurring verbal feature descriptions by 6-9-year-olds, we expect that the pairwise similarities will correlate positively with pairwise similarities based on a word-embedding derived from word-to-word co-occurrences, and not with pairwise similarities based on a priori encyclopaedic categories derived from WordNet.</a:t>
            </a:r>
          </a:p>
          <a:p>
            <a:pPr algn="just"/>
            <a:endParaRPr lang="en-GB" sz="2200" b="1" i="1" noProof="1">
              <a:latin typeface="Calibri" panose="020F0502020204030204" pitchFamily="34" charset="0"/>
              <a:cs typeface="Calibri" panose="020F0502020204030204" pitchFamily="34" charset="0"/>
            </a:endParaRPr>
          </a:p>
          <a:p>
            <a:pPr algn="just"/>
            <a:r>
              <a:rPr lang="en-GB" sz="2200" noProof="1">
                <a:latin typeface="Calibri" panose="020F0502020204030204" pitchFamily="34" charset="0"/>
                <a:cs typeface="Calibri" panose="020F0502020204030204" pitchFamily="34" charset="0"/>
              </a:rPr>
              <a:t>Furthermore, we aim to develop a </a:t>
            </a:r>
            <a:r>
              <a:rPr lang="en-GB" sz="2200" b="1" noProof="1">
                <a:latin typeface="Calibri" panose="020F0502020204030204" pitchFamily="34" charset="0"/>
                <a:cs typeface="Calibri" panose="020F0502020204030204" pitchFamily="34" charset="0"/>
              </a:rPr>
              <a:t>methodological framework </a:t>
            </a:r>
            <a:r>
              <a:rPr lang="en-GB" sz="2200" noProof="1">
                <a:latin typeface="Calibri" panose="020F0502020204030204" pitchFamily="34" charset="0"/>
                <a:cs typeface="Calibri" panose="020F0502020204030204" pitchFamily="34" charset="0"/>
              </a:rPr>
              <a:t>for extracting semantic features and mapping children's conceptual representations from verbal descriptions. </a:t>
            </a:r>
          </a:p>
          <a:p>
            <a:pPr algn="just"/>
            <a:endParaRPr lang="en-GB" sz="2200" noProof="1">
              <a:latin typeface="Calibri" panose="020F0502020204030204" pitchFamily="34" charset="0"/>
              <a:cs typeface="Calibri" panose="020F0502020204030204" pitchFamily="34" charset="0"/>
            </a:endParaRPr>
          </a:p>
          <a:p>
            <a:pPr algn="just"/>
            <a:endParaRPr lang="en-GB" sz="2200" noProof="1">
              <a:latin typeface="Calibri" panose="020F0502020204030204" pitchFamily="34" charset="0"/>
              <a:cs typeface="Calibri" panose="020F0502020204030204" pitchFamily="34" charset="0"/>
            </a:endParaRPr>
          </a:p>
        </p:txBody>
      </p:sp>
      <p:grpSp>
        <p:nvGrpSpPr>
          <p:cNvPr id="9" name="Csoportba foglalás 8">
            <a:extLst>
              <a:ext uri="{FF2B5EF4-FFF2-40B4-BE49-F238E27FC236}">
                <a16:creationId xmlns:a16="http://schemas.microsoft.com/office/drawing/2014/main" id="{C7CF7437-2ACF-364E-6BED-F9A12D1CD5E9}"/>
              </a:ext>
            </a:extLst>
          </p:cNvPr>
          <p:cNvGrpSpPr>
            <a:grpSpLocks noGrp="1" noUngrp="1" noRot="1" noMove="1" noResize="1"/>
          </p:cNvGrpSpPr>
          <p:nvPr/>
        </p:nvGrpSpPr>
        <p:grpSpPr>
          <a:xfrm>
            <a:off x="-104381" y="11201393"/>
            <a:ext cx="8297485" cy="7789588"/>
            <a:chOff x="7769803" y="13890225"/>
            <a:chExt cx="7723243" cy="7207327"/>
          </a:xfrm>
        </p:grpSpPr>
        <p:pic>
          <p:nvPicPr>
            <p:cNvPr id="31" name="Ábra 30">
              <a:extLst>
                <a:ext uri="{FF2B5EF4-FFF2-40B4-BE49-F238E27FC236}">
                  <a16:creationId xmlns:a16="http://schemas.microsoft.com/office/drawing/2014/main" id="{49096D03-DD00-2077-90D9-4C8B747D5A6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0"/>
                </a:ext>
              </a:extLst>
            </a:blip>
            <a:stretch>
              <a:fillRect/>
            </a:stretch>
          </p:blipFill>
          <p:spPr>
            <a:xfrm>
              <a:off x="7769803" y="13890225"/>
              <a:ext cx="7723243" cy="5901350"/>
            </a:xfrm>
            <a:prstGeom prst="rect">
              <a:avLst/>
            </a:prstGeom>
          </p:spPr>
        </p:pic>
        <p:sp>
          <p:nvSpPr>
            <p:cNvPr id="34" name="Szövegdoboz 33">
              <a:extLst>
                <a:ext uri="{FF2B5EF4-FFF2-40B4-BE49-F238E27FC236}">
                  <a16:creationId xmlns:a16="http://schemas.microsoft.com/office/drawing/2014/main" id="{C16BDEA7-55B5-045C-24BC-2223A55E425E}"/>
                </a:ext>
              </a:extLst>
            </p:cNvPr>
            <p:cNvSpPr txBox="1">
              <a:spLocks noGrp="1" noRot="1" noMove="1" noResize="1" noEditPoints="1" noAdjustHandles="1" noChangeArrowheads="1" noChangeShapeType="1"/>
            </p:cNvSpPr>
            <p:nvPr/>
          </p:nvSpPr>
          <p:spPr>
            <a:xfrm>
              <a:off x="8223818" y="19801846"/>
              <a:ext cx="6108192" cy="1295706"/>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1. </a:t>
              </a:r>
              <a:r>
                <a:rPr lang="en-GB" sz="1700" noProof="1">
                  <a:highlight>
                    <a:srgbClr val="EDE4FF"/>
                  </a:highlight>
                  <a:latin typeface="Calibri" panose="020F0502020204030204" pitchFamily="34" charset="0"/>
                  <a:cs typeface="Calibri" panose="020F0502020204030204" pitchFamily="34" charset="0"/>
                </a:rPr>
                <a:t>Taxonomic organization of two random concepts and their semantic features in our data. General attributes shared across subordinate concepts are stored at the superordinate level (e.g., ”amphibian – lives in water”), while unique features are represented at the subordinate level (e.g., "turtle – has a hard shell”).</a:t>
              </a:r>
            </a:p>
          </p:txBody>
        </p:sp>
      </p:grpSp>
      <p:sp>
        <p:nvSpPr>
          <p:cNvPr id="19" name="Szövegdoboz 18">
            <a:extLst>
              <a:ext uri="{FF2B5EF4-FFF2-40B4-BE49-F238E27FC236}">
                <a16:creationId xmlns:a16="http://schemas.microsoft.com/office/drawing/2014/main" id="{44A9ACB8-D603-D32C-A237-4E2978AE8719}"/>
              </a:ext>
            </a:extLst>
          </p:cNvPr>
          <p:cNvSpPr txBox="1">
            <a:spLocks/>
          </p:cNvSpPr>
          <p:nvPr/>
        </p:nvSpPr>
        <p:spPr>
          <a:xfrm>
            <a:off x="631486" y="24772209"/>
            <a:ext cx="7931043" cy="6863417"/>
          </a:xfrm>
          <a:prstGeom prst="rect">
            <a:avLst/>
          </a:prstGeom>
          <a:noFill/>
        </p:spPr>
        <p:txBody>
          <a:bodyPr wrap="square" rtlCol="0">
            <a:spAutoFit/>
          </a:bodyPr>
          <a:lstStyle/>
          <a:p>
            <a:pPr marL="342900" indent="-34290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We selected </a:t>
            </a:r>
            <a:r>
              <a:rPr lang="en-GB" sz="2200" b="1" noProof="1">
                <a:latin typeface="Calibri" panose="020F0502020204030204" pitchFamily="34" charset="0"/>
                <a:cs typeface="Calibri" panose="020F0502020204030204" pitchFamily="34" charset="0"/>
              </a:rPr>
              <a:t>300 Hungarian concepts </a:t>
            </a:r>
            <a:r>
              <a:rPr lang="en-GB" sz="2200" noProof="1">
                <a:latin typeface="Calibri" panose="020F0502020204030204" pitchFamily="34" charset="0"/>
                <a:cs typeface="Calibri" panose="020F0502020204030204" pitchFamily="34" charset="0"/>
              </a:rPr>
              <a:t>denoting common, familiar concepts from 10 a priori </a:t>
            </a:r>
            <a:r>
              <a:rPr lang="en-GB" sz="2200" b="1" noProof="1">
                <a:latin typeface="Calibri" panose="020F0502020204030204" pitchFamily="34" charset="0"/>
                <a:cs typeface="Calibri" panose="020F0502020204030204" pitchFamily="34" charset="0"/>
              </a:rPr>
              <a:t>taxonomic </a:t>
            </a:r>
            <a:r>
              <a:rPr lang="en-GB" sz="2200" noProof="1">
                <a:latin typeface="Calibri" panose="020F0502020204030204" pitchFamily="34" charset="0"/>
                <a:cs typeface="Calibri" panose="020F0502020204030204" pitchFamily="34" charset="0"/>
              </a:rPr>
              <a:t>categories</a:t>
            </a:r>
            <a:r>
              <a:rPr lang="en-GB" sz="2200" b="1" noProof="1">
                <a:latin typeface="Calibri" panose="020F0502020204030204" pitchFamily="34" charset="0"/>
                <a:cs typeface="Calibri" panose="020F0502020204030204" pitchFamily="34" charset="0"/>
              </a:rPr>
              <a:t> </a:t>
            </a:r>
            <a:r>
              <a:rPr lang="en-GB" sz="2200" noProof="1">
                <a:latin typeface="Calibri" panose="020F0502020204030204" pitchFamily="34" charset="0"/>
                <a:cs typeface="Calibri" panose="020F0502020204030204" pitchFamily="34" charset="0"/>
              </a:rPr>
              <a:t>(Figure 5.) based on the </a:t>
            </a:r>
            <a:r>
              <a:rPr lang="en-GB" sz="2200" i="1" noProof="1">
                <a:latin typeface="Calibri" panose="020F0502020204030204" pitchFamily="34" charset="0"/>
                <a:cs typeface="Calibri" panose="020F0502020204030204" pitchFamily="34" charset="0"/>
              </a:rPr>
              <a:t>WordNet</a:t>
            </a:r>
            <a:r>
              <a:rPr lang="en-GB" sz="2200" noProof="1">
                <a:latin typeface="Calibri" panose="020F0502020204030204" pitchFamily="34" charset="0"/>
                <a:cs typeface="Calibri" panose="020F0502020204030204" pitchFamily="34" charset="0"/>
              </a:rPr>
              <a:t> lexical database [8].</a:t>
            </a:r>
          </a:p>
          <a:p>
            <a:pPr marL="800100" lvl="1" indent="-34290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Subsequently, we used a Hungarian </a:t>
            </a:r>
            <a:r>
              <a:rPr lang="en-GB" sz="2200" i="1" noProof="1">
                <a:latin typeface="Calibri" panose="020F0502020204030204" pitchFamily="34" charset="0"/>
                <a:cs typeface="Calibri" panose="020F0502020204030204" pitchFamily="34" charset="0"/>
              </a:rPr>
              <a:t>word2vec</a:t>
            </a:r>
            <a:r>
              <a:rPr lang="en-GB" sz="2200" noProof="1">
                <a:latin typeface="Calibri" panose="020F0502020204030204" pitchFamily="34" charset="0"/>
                <a:cs typeface="Calibri" panose="020F0502020204030204" pitchFamily="34" charset="0"/>
              </a:rPr>
              <a:t> word-embedding [9] to extract 200-dimensional vectors, with vector similarities representing </a:t>
            </a:r>
            <a:r>
              <a:rPr lang="en-GB" sz="2200" b="1" noProof="1">
                <a:latin typeface="Calibri" panose="020F0502020204030204" pitchFamily="34" charset="0"/>
                <a:cs typeface="Calibri" panose="020F0502020204030204" pitchFamily="34" charset="0"/>
              </a:rPr>
              <a:t>thematic</a:t>
            </a:r>
            <a:r>
              <a:rPr lang="en-GB" sz="2200" noProof="1">
                <a:latin typeface="Calibri" panose="020F0502020204030204" pitchFamily="34" charset="0"/>
                <a:cs typeface="Calibri" panose="020F0502020204030204" pitchFamily="34" charset="0"/>
              </a:rPr>
              <a:t> relations.</a:t>
            </a:r>
          </a:p>
          <a:p>
            <a:pPr marL="285750" indent="-28575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We recruited 245 Hungarian children (130 females, M</a:t>
            </a:r>
            <a:r>
              <a:rPr lang="en-GB" sz="2200" baseline="-25000" noProof="1">
                <a:latin typeface="Calibri" panose="020F0502020204030204" pitchFamily="34" charset="0"/>
                <a:cs typeface="Calibri" panose="020F0502020204030204" pitchFamily="34" charset="0"/>
              </a:rPr>
              <a:t>age</a:t>
            </a:r>
            <a:r>
              <a:rPr lang="en-GB" sz="2200" noProof="1">
                <a:latin typeface="Calibri" panose="020F0502020204030204" pitchFamily="34" charset="0"/>
                <a:cs typeface="Calibri" panose="020F0502020204030204" pitchFamily="34" charset="0"/>
              </a:rPr>
              <a:t> = 7.76, SD</a:t>
            </a:r>
            <a:r>
              <a:rPr lang="en-GB" sz="2200" baseline="-25000" noProof="1">
                <a:latin typeface="Calibri" panose="020F0502020204030204" pitchFamily="34" charset="0"/>
                <a:cs typeface="Calibri" panose="020F0502020204030204" pitchFamily="34" charset="0"/>
              </a:rPr>
              <a:t>age</a:t>
            </a:r>
            <a:r>
              <a:rPr lang="en-GB" sz="2200" noProof="1">
                <a:latin typeface="Calibri" panose="020F0502020204030204" pitchFamily="34" charset="0"/>
                <a:cs typeface="Calibri" panose="020F0502020204030204" pitchFamily="34" charset="0"/>
              </a:rPr>
              <a:t> = 1.46) from fifteen elementary schools in Budapest and its agglomeration (Figure 4.), asking them to teach concept definitions to </a:t>
            </a:r>
            <a:r>
              <a:rPr lang="en-GB" sz="2200" b="1" i="1" noProof="1">
                <a:latin typeface="Calibri" panose="020F0502020204030204" pitchFamily="34" charset="0"/>
                <a:cs typeface="Calibri" panose="020F0502020204030204" pitchFamily="34" charset="0"/>
              </a:rPr>
              <a:t>'Mimó'</a:t>
            </a:r>
            <a:r>
              <a:rPr lang="en-GB" sz="2200" noProof="1">
                <a:latin typeface="Calibri" panose="020F0502020204030204" pitchFamily="34" charset="0"/>
                <a:cs typeface="Calibri" panose="020F0502020204030204" pitchFamily="34" charset="0"/>
              </a:rPr>
              <a:t>, an imaginary character, via a </a:t>
            </a:r>
            <a:r>
              <a:rPr lang="en-GB" sz="2200" b="1" noProof="1">
                <a:latin typeface="Calibri" panose="020F0502020204030204" pitchFamily="34" charset="0"/>
                <a:cs typeface="Calibri" panose="020F0502020204030204" pitchFamily="34" charset="0"/>
              </a:rPr>
              <a:t>web-based application</a:t>
            </a:r>
            <a:r>
              <a:rPr lang="en-GB" sz="2200" noProof="1">
                <a:latin typeface="Calibri" panose="020F0502020204030204" pitchFamily="34" charset="0"/>
                <a:cs typeface="Calibri" panose="020F0502020204030204" pitchFamily="34" charset="0"/>
              </a:rPr>
              <a:t> (Figures 3-4).</a:t>
            </a:r>
          </a:p>
          <a:p>
            <a:pPr marL="742950" lvl="1" indent="-28575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We collected an average of 7.4 responses per concept (SD = 2.4, range = 1-25), with participants generating 9.54 features per concept on average (SD = 2.58, range = 4.5-17.0).</a:t>
            </a:r>
          </a:p>
          <a:p>
            <a:pPr marL="285750" indent="-28575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Voice recordings were </a:t>
            </a:r>
            <a:r>
              <a:rPr lang="en-GB" sz="2200" b="1" noProof="1">
                <a:latin typeface="Calibri" panose="020F0502020204030204" pitchFamily="34" charset="0"/>
                <a:cs typeface="Calibri" panose="020F0502020204030204" pitchFamily="34" charset="0"/>
              </a:rPr>
              <a:t>manually transcribed </a:t>
            </a:r>
            <a:r>
              <a:rPr lang="en-GB" sz="2200" noProof="1">
                <a:latin typeface="Calibri" panose="020F0502020204030204" pitchFamily="34" charset="0"/>
                <a:cs typeface="Calibri" panose="020F0502020204030204" pitchFamily="34" charset="0"/>
              </a:rPr>
              <a:t>via a reliable protocol by 15 transcribers (mean pairwise Cohen’s kappa = .94, SD = .02, all above .88).</a:t>
            </a:r>
          </a:p>
          <a:p>
            <a:pPr marL="742950" lvl="1" indent="-28575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Inter-rater reliability was assessed at the word level via a modified </a:t>
            </a:r>
            <a:r>
              <a:rPr lang="en-GB" sz="2200" b="1" noProof="1">
                <a:latin typeface="Calibri" panose="020F0502020204030204" pitchFamily="34" charset="0"/>
                <a:cs typeface="Calibri" panose="020F0502020204030204" pitchFamily="34" charset="0"/>
              </a:rPr>
              <a:t>Word Error Rate </a:t>
            </a:r>
            <a:r>
              <a:rPr lang="en-GB" sz="2200" noProof="1">
                <a:latin typeface="Calibri" panose="020F0502020204030204" pitchFamily="34" charset="0"/>
                <a:cs typeface="Calibri" panose="020F0502020204030204" pitchFamily="34" charset="0"/>
              </a:rPr>
              <a:t>approach [10], measuring pairwise comparisons between transcribers.</a:t>
            </a:r>
          </a:p>
        </p:txBody>
      </p:sp>
      <p:sp>
        <p:nvSpPr>
          <p:cNvPr id="22" name="Szövegdoboz 21">
            <a:extLst>
              <a:ext uri="{FF2B5EF4-FFF2-40B4-BE49-F238E27FC236}">
                <a16:creationId xmlns:a16="http://schemas.microsoft.com/office/drawing/2014/main" id="{7394C21A-4290-96F1-3812-598CE53E269B}"/>
              </a:ext>
            </a:extLst>
          </p:cNvPr>
          <p:cNvSpPr txBox="1"/>
          <p:nvPr/>
        </p:nvSpPr>
        <p:spPr>
          <a:xfrm>
            <a:off x="15474495" y="17925887"/>
            <a:ext cx="14423775" cy="347787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GB" sz="2200" noProof="1">
                <a:latin typeface="Calibri"/>
                <a:ea typeface="Calibri"/>
                <a:cs typeface="Calibri"/>
              </a:rPr>
              <a:t>We constructed </a:t>
            </a:r>
            <a:r>
              <a:rPr lang="en-GB" sz="2200" b="1" noProof="1">
                <a:latin typeface="Calibri"/>
                <a:ea typeface="Calibri"/>
                <a:cs typeface="Calibri"/>
              </a:rPr>
              <a:t>representational dissimilarity matrices </a:t>
            </a:r>
            <a:r>
              <a:rPr lang="en-GB" sz="2200" noProof="1">
                <a:latin typeface="Calibri"/>
                <a:ea typeface="Calibri"/>
                <a:cs typeface="Calibri"/>
              </a:rPr>
              <a:t>(RDM) via pairwise Pearson correlations between concept feature vectors, pairwise category agreements in the a priori </a:t>
            </a:r>
            <a:r>
              <a:rPr lang="en-GB" sz="2200" b="1" noProof="1">
                <a:latin typeface="Calibri"/>
                <a:ea typeface="Calibri"/>
                <a:cs typeface="Calibri"/>
              </a:rPr>
              <a:t>taxonomic</a:t>
            </a:r>
            <a:r>
              <a:rPr lang="en-GB" sz="2200" noProof="1">
                <a:latin typeface="Calibri"/>
                <a:ea typeface="Calibri"/>
                <a:cs typeface="Calibri"/>
              </a:rPr>
              <a:t> model, and pairwise similarities between word2vec vectors reflecting a </a:t>
            </a:r>
            <a:r>
              <a:rPr lang="en-GB" sz="2200" b="1" noProof="1">
                <a:latin typeface="Calibri"/>
                <a:ea typeface="Calibri"/>
                <a:cs typeface="Calibri"/>
              </a:rPr>
              <a:t>thematic</a:t>
            </a:r>
            <a:r>
              <a:rPr lang="en-GB" sz="2200" noProof="1">
                <a:latin typeface="Calibri"/>
                <a:ea typeface="Calibri"/>
                <a:cs typeface="Calibri"/>
              </a:rPr>
              <a:t> model (Figure 7-9.). Then, we used</a:t>
            </a:r>
            <a:r>
              <a:rPr lang="en-GB" sz="2200" b="1" noProof="1">
                <a:latin typeface="Calibri"/>
                <a:ea typeface="Calibri"/>
                <a:cs typeface="Calibri"/>
              </a:rPr>
              <a:t> Spearman correlation </a:t>
            </a:r>
            <a:r>
              <a:rPr lang="en-GB" sz="2200" noProof="1">
                <a:latin typeface="Calibri"/>
                <a:ea typeface="Calibri"/>
                <a:cs typeface="Calibri"/>
              </a:rPr>
              <a:t>to compare similarities between the model RDMs and our data RDM.</a:t>
            </a:r>
          </a:p>
          <a:p>
            <a:pPr marL="285750" indent="-285750">
              <a:buFont typeface="Arial" panose="020B0604020202020204" pitchFamily="34" charset="0"/>
              <a:buChar char="•"/>
            </a:pPr>
            <a:r>
              <a:rPr lang="en-GB" sz="2200" b="1" noProof="1">
                <a:latin typeface="Calibri"/>
                <a:ea typeface="Calibri"/>
                <a:cs typeface="Calibri"/>
              </a:rPr>
              <a:t>Comparing </a:t>
            </a:r>
            <a:r>
              <a:rPr lang="en-GB" sz="2200" noProof="1">
                <a:latin typeface="Calibri"/>
                <a:ea typeface="Calibri"/>
                <a:cs typeface="Calibri"/>
              </a:rPr>
              <a:t>the </a:t>
            </a:r>
            <a:r>
              <a:rPr lang="en-GB" sz="2200" b="1" noProof="1">
                <a:latin typeface="Calibri"/>
                <a:ea typeface="Calibri"/>
                <a:cs typeface="Calibri"/>
              </a:rPr>
              <a:t>RDM</a:t>
            </a:r>
            <a:r>
              <a:rPr lang="en-GB" sz="2200" noProof="1">
                <a:latin typeface="Calibri"/>
                <a:ea typeface="Calibri"/>
                <a:cs typeface="Calibri"/>
              </a:rPr>
              <a:t> of </a:t>
            </a:r>
            <a:r>
              <a:rPr lang="en-GB" sz="2200" b="1" noProof="1">
                <a:latin typeface="Calibri"/>
                <a:ea typeface="Calibri"/>
                <a:cs typeface="Calibri"/>
              </a:rPr>
              <a:t>our data </a:t>
            </a:r>
            <a:r>
              <a:rPr lang="en-GB" sz="2200" noProof="1">
                <a:latin typeface="Calibri"/>
                <a:ea typeface="Calibri"/>
                <a:cs typeface="Calibri"/>
              </a:rPr>
              <a:t>with the</a:t>
            </a:r>
            <a:r>
              <a:rPr lang="en-GB" sz="2200" b="1" noProof="1">
                <a:latin typeface="Calibri"/>
                <a:ea typeface="Calibri"/>
                <a:cs typeface="Calibri"/>
              </a:rPr>
              <a:t> taxonomic RDM </a:t>
            </a:r>
            <a:r>
              <a:rPr lang="en-GB" sz="2200" noProof="1">
                <a:latin typeface="Calibri"/>
                <a:ea typeface="Calibri"/>
                <a:cs typeface="Calibri"/>
              </a:rPr>
              <a:t>yielded</a:t>
            </a:r>
            <a:r>
              <a:rPr lang="en-GB" sz="2200" b="1" noProof="1">
                <a:latin typeface="Calibri"/>
                <a:ea typeface="Calibri"/>
                <a:cs typeface="Calibri"/>
              </a:rPr>
              <a:t> </a:t>
            </a:r>
            <a:r>
              <a:rPr lang="en-GB" sz="2200" noProof="1">
                <a:latin typeface="Calibri"/>
                <a:ea typeface="Calibri"/>
                <a:cs typeface="Calibri"/>
              </a:rPr>
              <a:t>a</a:t>
            </a:r>
            <a:r>
              <a:rPr lang="en-GB" sz="2200" b="1" noProof="1">
                <a:latin typeface="Calibri"/>
                <a:ea typeface="Calibri"/>
                <a:cs typeface="Calibri"/>
              </a:rPr>
              <a:t> significant positive </a:t>
            </a:r>
            <a:r>
              <a:rPr lang="en-GB" sz="2200" noProof="1">
                <a:latin typeface="Calibri"/>
                <a:ea typeface="Calibri"/>
                <a:cs typeface="Calibri"/>
              </a:rPr>
              <a:t>result</a:t>
            </a:r>
            <a:r>
              <a:rPr lang="en-GB" sz="2200" b="1" noProof="1">
                <a:latin typeface="Calibri"/>
                <a:ea typeface="Calibri"/>
                <a:cs typeface="Calibri"/>
              </a:rPr>
              <a:t> (r = 0.18, p &lt; .001) </a:t>
            </a:r>
            <a:r>
              <a:rPr lang="en-GB" sz="2200" noProof="1">
                <a:latin typeface="Calibri"/>
                <a:ea typeface="Calibri"/>
                <a:cs typeface="Calibri"/>
              </a:rPr>
              <a:t>(Figure 10.)</a:t>
            </a:r>
          </a:p>
          <a:p>
            <a:pPr marL="285750" indent="-285750">
              <a:buFont typeface="Arial" panose="020B0604020202020204" pitchFamily="34" charset="0"/>
              <a:buChar char="•"/>
            </a:pPr>
            <a:r>
              <a:rPr lang="en-GB" sz="2200" b="1" noProof="1">
                <a:latin typeface="Calibri"/>
                <a:ea typeface="Calibri"/>
                <a:cs typeface="Calibri"/>
              </a:rPr>
              <a:t>Comparing the RDM </a:t>
            </a:r>
            <a:r>
              <a:rPr lang="en-GB" sz="2200" noProof="1">
                <a:latin typeface="Calibri"/>
                <a:ea typeface="Calibri"/>
                <a:cs typeface="Calibri"/>
              </a:rPr>
              <a:t>of</a:t>
            </a:r>
            <a:r>
              <a:rPr lang="en-GB" sz="2200" b="1" noProof="1">
                <a:latin typeface="Calibri"/>
                <a:ea typeface="Calibri"/>
                <a:cs typeface="Calibri"/>
              </a:rPr>
              <a:t> out data </a:t>
            </a:r>
            <a:r>
              <a:rPr lang="en-GB" sz="2200" noProof="1">
                <a:latin typeface="Calibri"/>
                <a:ea typeface="Calibri"/>
                <a:cs typeface="Calibri"/>
              </a:rPr>
              <a:t>with</a:t>
            </a:r>
            <a:r>
              <a:rPr lang="en-GB" sz="2200" b="1" noProof="1">
                <a:latin typeface="Calibri"/>
                <a:ea typeface="Calibri"/>
                <a:cs typeface="Calibri"/>
              </a:rPr>
              <a:t> </a:t>
            </a:r>
            <a:r>
              <a:rPr lang="en-GB" sz="2200" noProof="1">
                <a:latin typeface="Calibri"/>
                <a:ea typeface="Calibri"/>
                <a:cs typeface="Calibri"/>
              </a:rPr>
              <a:t>the</a:t>
            </a:r>
            <a:r>
              <a:rPr lang="en-GB" sz="2200" b="1" noProof="1">
                <a:latin typeface="Calibri"/>
                <a:ea typeface="Calibri"/>
                <a:cs typeface="Calibri"/>
              </a:rPr>
              <a:t> thematic RDM </a:t>
            </a:r>
            <a:r>
              <a:rPr lang="en-GB" sz="2200" noProof="1">
                <a:latin typeface="Calibri"/>
                <a:ea typeface="Calibri"/>
                <a:cs typeface="Calibri"/>
              </a:rPr>
              <a:t>yielded</a:t>
            </a:r>
            <a:r>
              <a:rPr lang="en-GB" sz="2200" b="1" noProof="1">
                <a:latin typeface="Calibri"/>
                <a:ea typeface="Calibri"/>
                <a:cs typeface="Calibri"/>
              </a:rPr>
              <a:t> a significant positive result </a:t>
            </a:r>
            <a:r>
              <a:rPr lang="en-GB" sz="2200" noProof="1">
                <a:latin typeface="Calibri"/>
                <a:ea typeface="Calibri"/>
                <a:cs typeface="Calibri"/>
              </a:rPr>
              <a:t>as well </a:t>
            </a:r>
            <a:r>
              <a:rPr lang="en-GB" sz="2200" b="1" noProof="1">
                <a:latin typeface="Calibri"/>
                <a:ea typeface="Calibri"/>
                <a:cs typeface="Calibri"/>
              </a:rPr>
              <a:t>(r = 0.23, p &lt; .001) </a:t>
            </a:r>
            <a:r>
              <a:rPr lang="en-GB" sz="2200" noProof="1">
                <a:latin typeface="Calibri"/>
                <a:ea typeface="Calibri"/>
                <a:cs typeface="Calibri"/>
              </a:rPr>
              <a:t>(Figure 11.)</a:t>
            </a:r>
          </a:p>
          <a:p>
            <a:pPr marL="285750" indent="-285750">
              <a:buFont typeface="Arial" panose="020B0604020202020204" pitchFamily="34" charset="0"/>
              <a:buChar char="•"/>
            </a:pPr>
            <a:r>
              <a:rPr lang="en-GB" sz="2200" noProof="1">
                <a:latin typeface="Calibri"/>
                <a:ea typeface="Calibri"/>
                <a:cs typeface="Calibri"/>
              </a:rPr>
              <a:t>While </a:t>
            </a:r>
            <a:r>
              <a:rPr lang="en-GB" sz="2200" b="1" noProof="1">
                <a:latin typeface="Calibri"/>
                <a:ea typeface="Calibri"/>
                <a:cs typeface="Calibri"/>
              </a:rPr>
              <a:t>both</a:t>
            </a:r>
            <a:r>
              <a:rPr lang="en-GB" sz="2200" noProof="1">
                <a:latin typeface="Calibri"/>
                <a:ea typeface="Calibri"/>
                <a:cs typeface="Calibri"/>
              </a:rPr>
              <a:t> thematic and taxonomic structures </a:t>
            </a:r>
            <a:r>
              <a:rPr lang="en-GB" sz="2200" b="1" noProof="1">
                <a:latin typeface="Calibri"/>
                <a:ea typeface="Calibri"/>
                <a:cs typeface="Calibri"/>
              </a:rPr>
              <a:t>positively correlated </a:t>
            </a:r>
            <a:r>
              <a:rPr lang="en-GB" sz="2200" noProof="1">
                <a:latin typeface="Calibri"/>
                <a:ea typeface="Calibri"/>
                <a:cs typeface="Calibri"/>
              </a:rPr>
              <a:t>with our dataset, </a:t>
            </a:r>
            <a:r>
              <a:rPr lang="en-GB" sz="2200" b="1" noProof="1">
                <a:latin typeface="Calibri"/>
                <a:ea typeface="Calibri"/>
                <a:cs typeface="Calibri"/>
              </a:rPr>
              <a:t>thematic structure </a:t>
            </a:r>
            <a:r>
              <a:rPr lang="en-GB" sz="2200" noProof="1">
                <a:latin typeface="Calibri"/>
                <a:ea typeface="Calibri"/>
                <a:cs typeface="Calibri"/>
              </a:rPr>
              <a:t>showed </a:t>
            </a:r>
            <a:r>
              <a:rPr lang="en-GB" sz="2200" b="1" noProof="1">
                <a:latin typeface="Calibri"/>
                <a:ea typeface="Calibri"/>
                <a:cs typeface="Calibri"/>
              </a:rPr>
              <a:t>stronger</a:t>
            </a:r>
            <a:r>
              <a:rPr lang="en-GB" sz="2200" noProof="1">
                <a:latin typeface="Calibri"/>
                <a:ea typeface="Calibri"/>
                <a:cs typeface="Calibri"/>
              </a:rPr>
              <a:t> </a:t>
            </a:r>
            <a:r>
              <a:rPr lang="en-GB" sz="2200" b="1" noProof="1">
                <a:latin typeface="Calibri"/>
                <a:ea typeface="Calibri"/>
                <a:cs typeface="Calibri"/>
              </a:rPr>
              <a:t>alignment.</a:t>
            </a:r>
            <a:r>
              <a:rPr lang="en-GB" sz="2200" noProof="1">
                <a:latin typeface="Calibri"/>
                <a:ea typeface="Calibri"/>
                <a:cs typeface="Calibri"/>
              </a:rPr>
              <a:t> </a:t>
            </a:r>
            <a:r>
              <a:rPr lang="en-GB" sz="2200" b="1" noProof="1">
                <a:latin typeface="Calibri"/>
                <a:ea typeface="Calibri"/>
                <a:cs typeface="Calibri"/>
              </a:rPr>
              <a:t>Weak correlations </a:t>
            </a:r>
            <a:r>
              <a:rPr lang="en-GB" sz="2200" noProof="1">
                <a:latin typeface="Calibri"/>
                <a:ea typeface="Calibri"/>
                <a:cs typeface="Calibri"/>
              </a:rPr>
              <a:t>with both RDMs, however, indicate limited feature overlap across conceptual categories.</a:t>
            </a:r>
            <a:endParaRPr lang="en-GB" sz="2200" b="1" noProof="1">
              <a:latin typeface="Calibri"/>
              <a:ea typeface="Calibri"/>
              <a:cs typeface="Calibri"/>
            </a:endParaRPr>
          </a:p>
        </p:txBody>
      </p:sp>
      <p:sp>
        <p:nvSpPr>
          <p:cNvPr id="25" name="Szövegdoboz 24">
            <a:extLst>
              <a:ext uri="{FF2B5EF4-FFF2-40B4-BE49-F238E27FC236}">
                <a16:creationId xmlns:a16="http://schemas.microsoft.com/office/drawing/2014/main" id="{AE275FEE-88AC-F0DB-ED54-65FA5C0D30CD}"/>
              </a:ext>
            </a:extLst>
          </p:cNvPr>
          <p:cNvSpPr txBox="1">
            <a:spLocks/>
          </p:cNvSpPr>
          <p:nvPr/>
        </p:nvSpPr>
        <p:spPr>
          <a:xfrm>
            <a:off x="15505153" y="7023191"/>
            <a:ext cx="14266452" cy="3477875"/>
          </a:xfrm>
          <a:prstGeom prst="rect">
            <a:avLst/>
          </a:prstGeom>
          <a:noFill/>
        </p:spPr>
        <p:txBody>
          <a:bodyPr wrap="square" rtlCol="0">
            <a:spAutoFit/>
          </a:bodyPr>
          <a:lstStyle/>
          <a:p>
            <a:pPr marL="342900" indent="-342900" algn="just">
              <a:buFont typeface="Arial" panose="020B0604020202020204" pitchFamily="34" charset="0"/>
              <a:buChar char="•"/>
            </a:pPr>
            <a:endParaRPr lang="en-GB" sz="2200" noProof="1">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We first </a:t>
            </a:r>
            <a:r>
              <a:rPr lang="en-GB" sz="2200" b="1" noProof="1">
                <a:latin typeface="Calibri" panose="020F0502020204030204" pitchFamily="34" charset="0"/>
                <a:cs typeface="Calibri" panose="020F0502020204030204" pitchFamily="34" charset="0"/>
              </a:rPr>
              <a:t>extracted tokens </a:t>
            </a:r>
            <a:r>
              <a:rPr lang="en-GB" sz="2200" noProof="1">
                <a:latin typeface="Calibri" panose="020F0502020204030204" pitchFamily="34" charset="0"/>
                <a:cs typeface="Calibri" panose="020F0502020204030204" pitchFamily="34" charset="0"/>
              </a:rPr>
              <a:t>from utterances via the Hungarian model of </a:t>
            </a:r>
            <a:r>
              <a:rPr lang="en-GB" sz="2200" b="1" i="1" noProof="1">
                <a:latin typeface="Calibri" panose="020F0502020204030204" pitchFamily="34" charset="0"/>
                <a:cs typeface="Calibri" panose="020F0502020204030204" pitchFamily="34" charset="0"/>
              </a:rPr>
              <a:t>HuSpaCy</a:t>
            </a:r>
            <a:r>
              <a:rPr lang="en-GB" sz="2200" noProof="1">
                <a:latin typeface="Calibri" panose="020F0502020204030204" pitchFamily="34" charset="0"/>
                <a:cs typeface="Calibri" panose="020F0502020204030204" pitchFamily="34" charset="0"/>
              </a:rPr>
              <a:t> [11] and retained tokens with </a:t>
            </a:r>
            <a:r>
              <a:rPr lang="en-GB" sz="2200" b="1" noProof="1">
                <a:latin typeface="Calibri" panose="020F0502020204030204" pitchFamily="34" charset="0"/>
                <a:cs typeface="Calibri" panose="020F0502020204030204" pitchFamily="34" charset="0"/>
              </a:rPr>
              <a:t>content words</a:t>
            </a:r>
            <a:r>
              <a:rPr lang="en-GB" sz="2200" noProof="1">
                <a:latin typeface="Calibri" panose="020F0502020204030204" pitchFamily="34" charset="0"/>
                <a:cs typeface="Calibri" panose="020F0502020204030204" pitchFamily="34" charset="0"/>
              </a:rPr>
              <a:t> (verbs, nouns, adverbs, adjectives, numerals, pronouns, adpositions, and postpositions) </a:t>
            </a:r>
            <a:r>
              <a:rPr lang="en-GB" sz="2200" b="1" noProof="1">
                <a:latin typeface="Calibri" panose="020F0502020204030204" pitchFamily="34" charset="0"/>
                <a:cs typeface="Calibri" panose="020F0502020204030204" pitchFamily="34" charset="0"/>
              </a:rPr>
              <a:t>filtering minimal responses</a:t>
            </a:r>
            <a:r>
              <a:rPr lang="en-GB" sz="2200" noProof="1">
                <a:latin typeface="Calibri" panose="020F0502020204030204" pitchFamily="34" charset="0"/>
                <a:cs typeface="Calibri" panose="020F0502020204030204" pitchFamily="34" charset="0"/>
              </a:rPr>
              <a:t> (e.g., ‘yes’ or ‘no’), </a:t>
            </a:r>
            <a:r>
              <a:rPr lang="en-GB" sz="2200" b="1" noProof="1">
                <a:latin typeface="Calibri" panose="020F0502020204030204" pitchFamily="34" charset="0"/>
                <a:cs typeface="Calibri" panose="020F0502020204030204" pitchFamily="34" charset="0"/>
              </a:rPr>
              <a:t>comments</a:t>
            </a:r>
            <a:r>
              <a:rPr lang="en-GB" sz="2200" noProof="1">
                <a:latin typeface="Calibri" panose="020F0502020204030204" pitchFamily="34" charset="0"/>
                <a:cs typeface="Calibri" panose="020F0502020204030204" pitchFamily="34" charset="0"/>
              </a:rPr>
              <a:t> (e.g., ‘I know’), and naming the concepts themselves. </a:t>
            </a:r>
          </a:p>
          <a:p>
            <a:pPr marL="342900" indent="-34290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Tokens were </a:t>
            </a:r>
            <a:r>
              <a:rPr lang="en-GB" sz="2200" b="1" noProof="1">
                <a:latin typeface="Calibri" panose="020F0502020204030204" pitchFamily="34" charset="0"/>
                <a:cs typeface="Calibri" panose="020F0502020204030204" pitchFamily="34" charset="0"/>
              </a:rPr>
              <a:t>lemmatized</a:t>
            </a:r>
            <a:r>
              <a:rPr lang="en-GB" sz="2200" noProof="1">
                <a:latin typeface="Calibri" panose="020F0502020204030204" pitchFamily="34" charset="0"/>
                <a:cs typeface="Calibri" panose="020F0502020204030204" pitchFamily="34" charset="0"/>
              </a:rPr>
              <a:t> and compiled into </a:t>
            </a:r>
            <a:r>
              <a:rPr lang="en-GB" sz="2200" b="1" noProof="1">
                <a:latin typeface="Calibri" panose="020F0502020204030204" pitchFamily="34" charset="0"/>
                <a:cs typeface="Calibri" panose="020F0502020204030204" pitchFamily="34" charset="0"/>
              </a:rPr>
              <a:t>feature segments </a:t>
            </a:r>
            <a:r>
              <a:rPr lang="en-GB" sz="2200" noProof="1">
                <a:latin typeface="Calibri" panose="020F0502020204030204" pitchFamily="34" charset="0"/>
                <a:cs typeface="Calibri" panose="020F0502020204030204" pitchFamily="34" charset="0"/>
              </a:rPr>
              <a:t>(e.g., "have_four_leg", "live_water"), </a:t>
            </a:r>
            <a:r>
              <a:rPr lang="en-GB" sz="2200" b="1" noProof="1">
                <a:latin typeface="Calibri" panose="020F0502020204030204" pitchFamily="34" charset="0"/>
                <a:cs typeface="Calibri" panose="020F0502020204030204" pitchFamily="34" charset="0"/>
              </a:rPr>
              <a:t>retaining</a:t>
            </a:r>
            <a:r>
              <a:rPr lang="en-GB" sz="2200" noProof="1">
                <a:latin typeface="Calibri" panose="020F0502020204030204" pitchFamily="34" charset="0"/>
                <a:cs typeface="Calibri" panose="020F0502020204030204" pitchFamily="34" charset="0"/>
              </a:rPr>
              <a:t> specific </a:t>
            </a:r>
            <a:r>
              <a:rPr lang="en-GB" sz="2200" b="1" noProof="1">
                <a:latin typeface="Calibri" panose="020F0502020204030204" pitchFamily="34" charset="0"/>
                <a:cs typeface="Calibri" panose="020F0502020204030204" pitchFamily="34" charset="0"/>
              </a:rPr>
              <a:t>prefixes</a:t>
            </a:r>
            <a:r>
              <a:rPr lang="en-GB" sz="2200" noProof="1">
                <a:latin typeface="Calibri" panose="020F0502020204030204" pitchFamily="34" charset="0"/>
                <a:cs typeface="Calibri" panose="020F0502020204030204" pitchFamily="34" charset="0"/>
              </a:rPr>
              <a:t> (e.g., negation as ‘NEG’, ‘it has’ as ‘HAS’). </a:t>
            </a:r>
          </a:p>
          <a:p>
            <a:pPr marL="342900" indent="-34290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Punctuations, conjunctions, stopwords and low-information tokens (e.g., “the”) were either used as segment boundaries or discarded (Figure 6.).</a:t>
            </a:r>
          </a:p>
          <a:p>
            <a:pPr marL="342900" indent="-342900" algn="just">
              <a:buFont typeface="Arial" panose="020B0604020202020204" pitchFamily="34" charset="0"/>
              <a:buChar char="•"/>
            </a:pPr>
            <a:r>
              <a:rPr lang="en-GB" sz="2200" b="1" noProof="1">
                <a:latin typeface="Calibri" panose="020F0502020204030204" pitchFamily="34" charset="0"/>
                <a:cs typeface="Calibri" panose="020F0502020204030204" pitchFamily="34" charset="0"/>
              </a:rPr>
              <a:t>FastText</a:t>
            </a:r>
            <a:r>
              <a:rPr lang="en-GB" sz="2200" noProof="1">
                <a:latin typeface="Calibri" panose="020F0502020204030204" pitchFamily="34" charset="0"/>
                <a:cs typeface="Calibri" panose="020F0502020204030204" pitchFamily="34" charset="0"/>
              </a:rPr>
              <a:t> vectors [12] were averaged across lemmas within each segment and submitted to </a:t>
            </a:r>
            <a:r>
              <a:rPr lang="en-GB" sz="2200" b="1" noProof="1">
                <a:latin typeface="Calibri" panose="020F0502020204030204" pitchFamily="34" charset="0"/>
                <a:cs typeface="Calibri" panose="020F0502020204030204" pitchFamily="34" charset="0"/>
              </a:rPr>
              <a:t>k-means clustering</a:t>
            </a:r>
            <a:r>
              <a:rPr lang="en-GB" sz="2200" noProof="1">
                <a:latin typeface="Calibri" panose="020F0502020204030204" pitchFamily="34" charset="0"/>
                <a:cs typeface="Calibri" panose="020F0502020204030204" pitchFamily="34" charset="0"/>
              </a:rPr>
              <a:t>, producing </a:t>
            </a:r>
            <a:r>
              <a:rPr lang="en-GB" sz="2200" b="1" noProof="1">
                <a:latin typeface="Calibri" panose="020F0502020204030204" pitchFamily="34" charset="0"/>
                <a:cs typeface="Calibri" panose="020F0502020204030204" pitchFamily="34" charset="0"/>
              </a:rPr>
              <a:t>300-dimensional clusters </a:t>
            </a:r>
            <a:r>
              <a:rPr lang="en-GB" sz="2200" noProof="1">
                <a:latin typeface="Calibri" panose="020F0502020204030204" pitchFamily="34" charset="0"/>
                <a:cs typeface="Calibri" panose="020F0502020204030204" pitchFamily="34" charset="0"/>
              </a:rPr>
              <a:t>(Figure 12) representing the proportional feature loading of each concept.</a:t>
            </a:r>
          </a:p>
        </p:txBody>
      </p:sp>
      <p:pic>
        <p:nvPicPr>
          <p:cNvPr id="43" name="Ábra 42">
            <a:extLst>
              <a:ext uri="{FF2B5EF4-FFF2-40B4-BE49-F238E27FC236}">
                <a16:creationId xmlns:a16="http://schemas.microsoft.com/office/drawing/2014/main" id="{77E7DFB3-D7E5-6876-B03F-61C60227CB01}"/>
              </a:ext>
            </a:extLst>
          </p:cNvPr>
          <p:cNvPicPr>
            <a:picLocks noChangeAspect="1"/>
          </p:cNvPicPr>
          <p:nvPr/>
        </p:nvPicPr>
        <p:blipFill>
          <a:blip>
            <a:extLst>
              <a:ext uri="{96DAC541-7B7A-43D3-8B79-37D633B846F1}">
                <asvg:svgBlip xmlns:asvg="http://schemas.microsoft.com/office/drawing/2016/SVG/main" r:embed="rId11"/>
              </a:ext>
            </a:extLst>
          </a:blip>
          <a:srcRect l="18877" t="11397" r="73362" b="54966"/>
          <a:stretch>
            <a:fillRect/>
          </a:stretch>
        </p:blipFill>
        <p:spPr>
          <a:xfrm rot="10214708">
            <a:off x="-969956" y="25307176"/>
            <a:ext cx="2933536" cy="7679369"/>
          </a:xfrm>
          <a:prstGeom prst="rect">
            <a:avLst/>
          </a:prstGeom>
        </p:spPr>
      </p:pic>
      <p:sp>
        <p:nvSpPr>
          <p:cNvPr id="76" name="Szövegdoboz 75">
            <a:extLst>
              <a:ext uri="{FF2B5EF4-FFF2-40B4-BE49-F238E27FC236}">
                <a16:creationId xmlns:a16="http://schemas.microsoft.com/office/drawing/2014/main" id="{83A0FB2D-8DDA-6F10-1955-6DCC0C24CCDC}"/>
              </a:ext>
            </a:extLst>
          </p:cNvPr>
          <p:cNvSpPr txBox="1">
            <a:spLocks noGrp="1" noRot="1" noMove="1" noResize="1" noEditPoints="1" noAdjustHandles="1" noChangeArrowheads="1" noChangeShapeType="1"/>
          </p:cNvSpPr>
          <p:nvPr/>
        </p:nvSpPr>
        <p:spPr>
          <a:xfrm>
            <a:off x="24503118" y="35788308"/>
            <a:ext cx="5268487" cy="4493538"/>
          </a:xfrm>
          <a:prstGeom prst="rect">
            <a:avLst/>
          </a:prstGeom>
          <a:noFill/>
        </p:spPr>
        <p:txBody>
          <a:bodyPr wrap="square" rtlCol="0">
            <a:spAutoFit/>
          </a:bodyPr>
          <a:lstStyle/>
          <a:p>
            <a:pPr marL="285750" indent="-285750" algn="just">
              <a:buFont typeface="Arial" panose="020B0604020202020204" pitchFamily="34" charset="0"/>
              <a:buChar char="•"/>
            </a:pPr>
            <a:r>
              <a:rPr lang="en-GB" sz="2200" b="1" i="1" noProof="1">
                <a:latin typeface="Calibri" panose="020F0502020204030204" pitchFamily="34" charset="0"/>
                <a:cs typeface="Calibri" panose="020F0502020204030204" pitchFamily="34" charset="0"/>
              </a:rPr>
              <a:t>How to optimize extraction of semantic features from free verbal productions? </a:t>
            </a:r>
          </a:p>
          <a:p>
            <a:pPr marL="285750" indent="-285750" algn="just">
              <a:buFont typeface="Arial" panose="020B0604020202020204" pitchFamily="34" charset="0"/>
              <a:buChar char="•"/>
            </a:pPr>
            <a:r>
              <a:rPr lang="en-GB" sz="2200" b="1" i="1" noProof="1">
                <a:latin typeface="Calibri" panose="020F0502020204030204" pitchFamily="34" charset="0"/>
                <a:cs typeface="Calibri" panose="020F0502020204030204" pitchFamily="34" charset="0"/>
              </a:rPr>
              <a:t>What are the inferential limits of children’s verbal descriptions of concepts?</a:t>
            </a:r>
          </a:p>
          <a:p>
            <a:pPr marL="1200150" lvl="2" indent="-28575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E.g., do negations signal the absence of a feature, or can they be interpreted as implying a feature of opposite meaning?</a:t>
            </a:r>
          </a:p>
          <a:p>
            <a:pPr marL="285750" indent="-285750" algn="just">
              <a:buFont typeface="Arial" panose="020B0604020202020204" pitchFamily="34" charset="0"/>
              <a:buChar char="•"/>
            </a:pPr>
            <a:r>
              <a:rPr lang="en-GB" sz="2200" b="1" i="1" noProof="1">
                <a:latin typeface="Calibri" panose="020F0502020204030204" pitchFamily="34" charset="0"/>
                <a:cs typeface="Calibri" panose="020F0502020204030204" pitchFamily="34" charset="0"/>
              </a:rPr>
              <a:t>How to optimize clustering via quantified feature relations?</a:t>
            </a:r>
          </a:p>
          <a:p>
            <a:pPr marL="1200150" lvl="2" indent="-285750" algn="just">
              <a:buFont typeface="Arial" panose="020B0604020202020204" pitchFamily="34" charset="0"/>
              <a:buChar char="•"/>
            </a:pPr>
            <a:r>
              <a:rPr lang="en-GB" sz="2200" noProof="1">
                <a:latin typeface="Calibri" panose="020F0502020204030204" pitchFamily="34" charset="0"/>
                <a:cs typeface="Calibri" panose="020F0502020204030204" pitchFamily="34" charset="0"/>
              </a:rPr>
              <a:t>E.g., k-means, DBSCAN, agglomerative clustering etc.  </a:t>
            </a:r>
          </a:p>
        </p:txBody>
      </p:sp>
      <p:grpSp>
        <p:nvGrpSpPr>
          <p:cNvPr id="59" name="Csoportba foglalás 58">
            <a:extLst>
              <a:ext uri="{FF2B5EF4-FFF2-40B4-BE49-F238E27FC236}">
                <a16:creationId xmlns:a16="http://schemas.microsoft.com/office/drawing/2014/main" id="{C4770DF2-9E69-C06D-BE87-B82619B8DDBD}"/>
              </a:ext>
            </a:extLst>
          </p:cNvPr>
          <p:cNvGrpSpPr>
            <a:grpSpLocks noGrp="1" noUngrp="1" noRot="1" noMove="1" noResize="1"/>
          </p:cNvGrpSpPr>
          <p:nvPr/>
        </p:nvGrpSpPr>
        <p:grpSpPr>
          <a:xfrm>
            <a:off x="-124693" y="32037264"/>
            <a:ext cx="5416035" cy="8471615"/>
            <a:chOff x="17027" y="32721363"/>
            <a:chExt cx="4433275" cy="6711042"/>
          </a:xfrm>
        </p:grpSpPr>
        <p:grpSp>
          <p:nvGrpSpPr>
            <p:cNvPr id="110" name="Csoportba foglalás 109">
              <a:extLst>
                <a:ext uri="{FF2B5EF4-FFF2-40B4-BE49-F238E27FC236}">
                  <a16:creationId xmlns:a16="http://schemas.microsoft.com/office/drawing/2014/main" id="{4C68CEAA-4373-8129-CD15-FD4EE59E1297}"/>
                </a:ext>
              </a:extLst>
            </p:cNvPr>
            <p:cNvGrpSpPr>
              <a:grpSpLocks noGrp="1" noUngrp="1" noRot="1" noMove="1" noResize="1"/>
            </p:cNvGrpSpPr>
            <p:nvPr/>
          </p:nvGrpSpPr>
          <p:grpSpPr>
            <a:xfrm>
              <a:off x="328470" y="32721363"/>
              <a:ext cx="3810393" cy="6149372"/>
              <a:chOff x="303200" y="27550219"/>
              <a:chExt cx="6629382" cy="6591248"/>
            </a:xfrm>
          </p:grpSpPr>
          <p:grpSp>
            <p:nvGrpSpPr>
              <p:cNvPr id="80" name="Csoportba foglalás 79">
                <a:extLst>
                  <a:ext uri="{FF2B5EF4-FFF2-40B4-BE49-F238E27FC236}">
                    <a16:creationId xmlns:a16="http://schemas.microsoft.com/office/drawing/2014/main" id="{B428655A-AD06-D0A8-952D-0BBE974DB82D}"/>
                  </a:ext>
                </a:extLst>
              </p:cNvPr>
              <p:cNvGrpSpPr>
                <a:grpSpLocks noGrp="1" noUngrp="1" noRot="1" noMove="1" noResize="1"/>
              </p:cNvGrpSpPr>
              <p:nvPr/>
            </p:nvGrpSpPr>
            <p:grpSpPr>
              <a:xfrm>
                <a:off x="303200" y="27781777"/>
                <a:ext cx="6629382" cy="6359690"/>
                <a:chOff x="1067318" y="560655"/>
                <a:chExt cx="3550008" cy="5887927"/>
              </a:xfrm>
            </p:grpSpPr>
            <p:sp>
              <p:nvSpPr>
                <p:cNvPr id="87" name="Lekerekített téglalap 86">
                  <a:extLst>
                    <a:ext uri="{FF2B5EF4-FFF2-40B4-BE49-F238E27FC236}">
                      <a16:creationId xmlns:a16="http://schemas.microsoft.com/office/drawing/2014/main" id="{F5ED1993-E9FF-72A3-67C6-47DD3CEE7F34}"/>
                    </a:ext>
                  </a:extLst>
                </p:cNvPr>
                <p:cNvSpPr>
                  <a:spLocks noGrp="1" noRot="1" noMove="1" noResize="1" noEditPoints="1" noAdjustHandles="1" noChangeArrowheads="1" noChangeShapeType="1"/>
                </p:cNvSpPr>
                <p:nvPr/>
              </p:nvSpPr>
              <p:spPr>
                <a:xfrm>
                  <a:off x="1067318" y="563189"/>
                  <a:ext cx="1775004" cy="1178893"/>
                </a:xfrm>
                <a:prstGeom prst="roundRect">
                  <a:avLst/>
                </a:prstGeom>
                <a:solidFill>
                  <a:srgbClr val="FFBAA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Frog</a:t>
                  </a:r>
                </a:p>
                <a:p>
                  <a:pPr algn="ctr"/>
                  <a:r>
                    <a:rPr lang="en-GB" b="1" noProof="1">
                      <a:solidFill>
                        <a:schemeClr val="tx1"/>
                      </a:solidFill>
                    </a:rPr>
                    <a:t>Butterfly</a:t>
                  </a:r>
                </a:p>
                <a:p>
                  <a:pPr algn="ctr"/>
                  <a:r>
                    <a:rPr lang="en-GB" b="1" noProof="1">
                      <a:solidFill>
                        <a:schemeClr val="tx1"/>
                      </a:solidFill>
                    </a:rPr>
                    <a:t>Cat</a:t>
                  </a:r>
                </a:p>
              </p:txBody>
            </p:sp>
            <p:sp>
              <p:nvSpPr>
                <p:cNvPr id="90" name="Lekerekített téglalap 89">
                  <a:extLst>
                    <a:ext uri="{FF2B5EF4-FFF2-40B4-BE49-F238E27FC236}">
                      <a16:creationId xmlns:a16="http://schemas.microsoft.com/office/drawing/2014/main" id="{85F3F9B3-EBA1-319F-2652-1377CC4DD1CE}"/>
                    </a:ext>
                  </a:extLst>
                </p:cNvPr>
                <p:cNvSpPr>
                  <a:spLocks noGrp="1" noRot="1" noMove="1" noResize="1" noEditPoints="1" noAdjustHandles="1" noChangeArrowheads="1" noChangeShapeType="1"/>
                </p:cNvSpPr>
                <p:nvPr/>
              </p:nvSpPr>
              <p:spPr>
                <a:xfrm>
                  <a:off x="2842322" y="560655"/>
                  <a:ext cx="1775004" cy="1178893"/>
                </a:xfrm>
                <a:prstGeom prst="roundRect">
                  <a:avLst/>
                </a:prstGeom>
                <a:solidFill>
                  <a:srgbClr val="FFE3F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Shoulder</a:t>
                  </a:r>
                </a:p>
                <a:p>
                  <a:pPr algn="ctr"/>
                  <a:r>
                    <a:rPr lang="en-GB" b="1" noProof="1">
                      <a:solidFill>
                        <a:schemeClr val="tx1"/>
                      </a:solidFill>
                    </a:rPr>
                    <a:t>Leg</a:t>
                  </a:r>
                </a:p>
                <a:p>
                  <a:pPr algn="ctr"/>
                  <a:r>
                    <a:rPr lang="en-GB" b="1" noProof="1">
                      <a:solidFill>
                        <a:schemeClr val="tx1"/>
                      </a:solidFill>
                    </a:rPr>
                    <a:t>Brain</a:t>
                  </a:r>
                  <a:endParaRPr lang="hu-HU" b="1">
                    <a:solidFill>
                      <a:schemeClr val="tx1"/>
                    </a:solidFill>
                  </a:endParaRPr>
                </a:p>
              </p:txBody>
            </p:sp>
            <p:sp>
              <p:nvSpPr>
                <p:cNvPr id="91" name="Lekerekített téglalap 90">
                  <a:extLst>
                    <a:ext uri="{FF2B5EF4-FFF2-40B4-BE49-F238E27FC236}">
                      <a16:creationId xmlns:a16="http://schemas.microsoft.com/office/drawing/2014/main" id="{E3F24676-85D0-835B-2B8D-802D5015ED79}"/>
                    </a:ext>
                  </a:extLst>
                </p:cNvPr>
                <p:cNvSpPr>
                  <a:spLocks noGrp="1" noRot="1" noMove="1" noResize="1" noEditPoints="1" noAdjustHandles="1" noChangeArrowheads="1" noChangeShapeType="1"/>
                </p:cNvSpPr>
                <p:nvPr/>
              </p:nvSpPr>
              <p:spPr>
                <a:xfrm>
                  <a:off x="2842322" y="5256613"/>
                  <a:ext cx="1775004" cy="1178893"/>
                </a:xfrm>
                <a:prstGeom prst="roundRect">
                  <a:avLst/>
                </a:prstGeom>
                <a:solidFill>
                  <a:srgbClr val="E0CD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Puzzle</a:t>
                  </a:r>
                </a:p>
                <a:p>
                  <a:pPr algn="ctr"/>
                  <a:r>
                    <a:rPr lang="en-GB" b="1" noProof="1">
                      <a:solidFill>
                        <a:schemeClr val="tx1"/>
                      </a:solidFill>
                    </a:rPr>
                    <a:t>Ball</a:t>
                  </a:r>
                </a:p>
                <a:p>
                  <a:pPr algn="ctr"/>
                  <a:r>
                    <a:rPr lang="en-GB" b="1" noProof="1">
                      <a:solidFill>
                        <a:schemeClr val="tx1"/>
                      </a:solidFill>
                    </a:rPr>
                    <a:t>Crayon</a:t>
                  </a:r>
                  <a:endParaRPr lang="hu-HU" b="1">
                    <a:solidFill>
                      <a:schemeClr val="tx1"/>
                    </a:solidFill>
                  </a:endParaRPr>
                </a:p>
              </p:txBody>
            </p:sp>
            <p:sp>
              <p:nvSpPr>
                <p:cNvPr id="93" name="Lekerekített téglalap 92">
                  <a:extLst>
                    <a:ext uri="{FF2B5EF4-FFF2-40B4-BE49-F238E27FC236}">
                      <a16:creationId xmlns:a16="http://schemas.microsoft.com/office/drawing/2014/main" id="{D91ABA1C-C291-F40F-780A-EDD2DA18BAFE}"/>
                    </a:ext>
                  </a:extLst>
                </p:cNvPr>
                <p:cNvSpPr>
                  <a:spLocks noGrp="1" noRot="1" noMove="1" noResize="1" noEditPoints="1" noAdjustHandles="1" noChangeArrowheads="1" noChangeShapeType="1"/>
                </p:cNvSpPr>
                <p:nvPr/>
              </p:nvSpPr>
              <p:spPr>
                <a:xfrm>
                  <a:off x="1067318" y="2919728"/>
                  <a:ext cx="1775004" cy="1178893"/>
                </a:xfrm>
                <a:prstGeom prst="roundRect">
                  <a:avLst/>
                </a:prstGeom>
                <a:solidFill>
                  <a:srgbClr val="CABC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Hat</a:t>
                  </a:r>
                </a:p>
                <a:p>
                  <a:pPr algn="ctr"/>
                  <a:r>
                    <a:rPr lang="en-GB" b="1" noProof="1">
                      <a:solidFill>
                        <a:schemeClr val="tx1"/>
                      </a:solidFill>
                    </a:rPr>
                    <a:t>Jeans</a:t>
                  </a:r>
                </a:p>
                <a:p>
                  <a:pPr algn="ctr"/>
                  <a:r>
                    <a:rPr lang="en-GB" b="1" noProof="1">
                      <a:solidFill>
                        <a:schemeClr val="tx1"/>
                      </a:solidFill>
                    </a:rPr>
                    <a:t>Skirt</a:t>
                  </a:r>
                </a:p>
              </p:txBody>
            </p:sp>
            <p:sp>
              <p:nvSpPr>
                <p:cNvPr id="94" name="Lekerekített téglalap 93">
                  <a:extLst>
                    <a:ext uri="{FF2B5EF4-FFF2-40B4-BE49-F238E27FC236}">
                      <a16:creationId xmlns:a16="http://schemas.microsoft.com/office/drawing/2014/main" id="{3CD70B5B-B0CA-360D-D31C-E1C43227EB47}"/>
                    </a:ext>
                  </a:extLst>
                </p:cNvPr>
                <p:cNvSpPr>
                  <a:spLocks noGrp="1" noRot="1" noMove="1" noResize="1" noEditPoints="1" noAdjustHandles="1" noChangeArrowheads="1" noChangeShapeType="1"/>
                </p:cNvSpPr>
                <p:nvPr/>
              </p:nvSpPr>
              <p:spPr>
                <a:xfrm>
                  <a:off x="2842322" y="1736883"/>
                  <a:ext cx="1775004" cy="1178893"/>
                </a:xfrm>
                <a:prstGeom prst="roundRect">
                  <a:avLst/>
                </a:prstGeom>
                <a:solidFill>
                  <a:srgbClr val="E0CCA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b="1">
                    <a:solidFill>
                      <a:schemeClr val="tx1"/>
                    </a:solidFill>
                  </a:endParaRPr>
                </a:p>
                <a:p>
                  <a:pPr algn="ctr"/>
                  <a:r>
                    <a:rPr lang="en-GB" b="1" noProof="1">
                      <a:solidFill>
                        <a:schemeClr val="tx1"/>
                      </a:solidFill>
                    </a:rPr>
                    <a:t>Peach</a:t>
                  </a:r>
                </a:p>
                <a:p>
                  <a:pPr algn="ctr"/>
                  <a:r>
                    <a:rPr lang="en-GB" b="1" noProof="1">
                      <a:solidFill>
                        <a:schemeClr val="tx1"/>
                      </a:solidFill>
                    </a:rPr>
                    <a:t>Cocoa</a:t>
                  </a:r>
                </a:p>
                <a:p>
                  <a:pPr algn="ctr"/>
                  <a:r>
                    <a:rPr lang="en-GB" b="1" noProof="1">
                      <a:solidFill>
                        <a:schemeClr val="tx1"/>
                      </a:solidFill>
                    </a:rPr>
                    <a:t>Sandwich</a:t>
                  </a:r>
                </a:p>
                <a:p>
                  <a:pPr algn="ctr"/>
                  <a:endParaRPr lang="hu-HU" b="1">
                    <a:solidFill>
                      <a:schemeClr val="tx1"/>
                    </a:solidFill>
                  </a:endParaRPr>
                </a:p>
              </p:txBody>
            </p:sp>
            <p:sp>
              <p:nvSpPr>
                <p:cNvPr id="95" name="Lekerekített téglalap 94">
                  <a:extLst>
                    <a:ext uri="{FF2B5EF4-FFF2-40B4-BE49-F238E27FC236}">
                      <a16:creationId xmlns:a16="http://schemas.microsoft.com/office/drawing/2014/main" id="{C644C882-1D02-7EB5-F2CF-0773B3EA0FE4}"/>
                    </a:ext>
                  </a:extLst>
                </p:cNvPr>
                <p:cNvSpPr>
                  <a:spLocks noGrp="1" noRot="1" noMove="1" noResize="1" noEditPoints="1" noAdjustHandles="1" noChangeArrowheads="1" noChangeShapeType="1"/>
                </p:cNvSpPr>
                <p:nvPr/>
              </p:nvSpPr>
              <p:spPr>
                <a:xfrm>
                  <a:off x="1067318" y="4092083"/>
                  <a:ext cx="1775004" cy="1178893"/>
                </a:xfrm>
                <a:prstGeom prst="roundRect">
                  <a:avLst/>
                </a:prstGeom>
                <a:solidFill>
                  <a:srgbClr val="FFD7A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Pilot</a:t>
                  </a:r>
                </a:p>
                <a:p>
                  <a:pPr algn="ctr"/>
                  <a:r>
                    <a:rPr lang="en-GB" b="1" noProof="1">
                      <a:solidFill>
                        <a:schemeClr val="tx1"/>
                      </a:solidFill>
                    </a:rPr>
                    <a:t>Witch</a:t>
                  </a:r>
                </a:p>
                <a:p>
                  <a:pPr algn="ctr"/>
                  <a:r>
                    <a:rPr lang="en-GB" b="1" noProof="1">
                      <a:solidFill>
                        <a:schemeClr val="tx1"/>
                      </a:solidFill>
                    </a:rPr>
                    <a:t>Scientist</a:t>
                  </a:r>
                </a:p>
              </p:txBody>
            </p:sp>
            <p:sp>
              <p:nvSpPr>
                <p:cNvPr id="96" name="Lekerekített téglalap 95">
                  <a:extLst>
                    <a:ext uri="{FF2B5EF4-FFF2-40B4-BE49-F238E27FC236}">
                      <a16:creationId xmlns:a16="http://schemas.microsoft.com/office/drawing/2014/main" id="{6217E459-ADFC-7C68-2FE2-37C20EC70892}"/>
                    </a:ext>
                  </a:extLst>
                </p:cNvPr>
                <p:cNvSpPr>
                  <a:spLocks noGrp="1" noRot="1" noMove="1" noResize="1" noEditPoints="1" noAdjustHandles="1" noChangeArrowheads="1" noChangeShapeType="1"/>
                </p:cNvSpPr>
                <p:nvPr/>
              </p:nvSpPr>
              <p:spPr>
                <a:xfrm>
                  <a:off x="2842322" y="4090796"/>
                  <a:ext cx="1775004" cy="1178893"/>
                </a:xfrm>
                <a:prstGeom prst="roundRect">
                  <a:avLst/>
                </a:prstGeom>
                <a:solidFill>
                  <a:srgbClr val="DDE9F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Bus</a:t>
                  </a:r>
                </a:p>
                <a:p>
                  <a:pPr algn="ctr"/>
                  <a:r>
                    <a:rPr lang="en-GB" b="1" noProof="1">
                      <a:solidFill>
                        <a:schemeClr val="tx1"/>
                      </a:solidFill>
                    </a:rPr>
                    <a:t>Plane</a:t>
                  </a:r>
                </a:p>
                <a:p>
                  <a:pPr algn="ctr"/>
                  <a:r>
                    <a:rPr lang="en-GB" b="1" noProof="1">
                      <a:solidFill>
                        <a:schemeClr val="tx1"/>
                      </a:solidFill>
                    </a:rPr>
                    <a:t>Train</a:t>
                  </a:r>
                </a:p>
              </p:txBody>
            </p:sp>
            <p:sp>
              <p:nvSpPr>
                <p:cNvPr id="97" name="Lekerekített téglalap 96">
                  <a:extLst>
                    <a:ext uri="{FF2B5EF4-FFF2-40B4-BE49-F238E27FC236}">
                      <a16:creationId xmlns:a16="http://schemas.microsoft.com/office/drawing/2014/main" id="{38217312-E9C5-878A-8090-34A945140CD2}"/>
                    </a:ext>
                  </a:extLst>
                </p:cNvPr>
                <p:cNvSpPr>
                  <a:spLocks noGrp="1" noRot="1" noMove="1" noResize="1" noEditPoints="1" noAdjustHandles="1" noChangeArrowheads="1" noChangeShapeType="1"/>
                </p:cNvSpPr>
                <p:nvPr/>
              </p:nvSpPr>
              <p:spPr>
                <a:xfrm>
                  <a:off x="2842321" y="2911903"/>
                  <a:ext cx="1775004" cy="1178893"/>
                </a:xfrm>
                <a:prstGeom prst="roundRect">
                  <a:avLst/>
                </a:prstGeom>
                <a:solidFill>
                  <a:srgbClr val="EEDFF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Kitchen</a:t>
                  </a:r>
                </a:p>
                <a:p>
                  <a:pPr algn="ctr"/>
                  <a:r>
                    <a:rPr lang="en-GB" b="1" noProof="1">
                      <a:solidFill>
                        <a:schemeClr val="tx1"/>
                      </a:solidFill>
                    </a:rPr>
                    <a:t>Restaurant</a:t>
                  </a:r>
                </a:p>
                <a:p>
                  <a:pPr algn="ctr"/>
                  <a:r>
                    <a:rPr lang="en-GB" b="1" noProof="1">
                      <a:solidFill>
                        <a:schemeClr val="tx1"/>
                      </a:solidFill>
                    </a:rPr>
                    <a:t>Forest</a:t>
                  </a:r>
                </a:p>
              </p:txBody>
            </p:sp>
            <p:sp>
              <p:nvSpPr>
                <p:cNvPr id="98" name="Lekerekített téglalap 97">
                  <a:extLst>
                    <a:ext uri="{FF2B5EF4-FFF2-40B4-BE49-F238E27FC236}">
                      <a16:creationId xmlns:a16="http://schemas.microsoft.com/office/drawing/2014/main" id="{F04C237F-18F4-3A44-24D0-B7CC4EA48B14}"/>
                    </a:ext>
                  </a:extLst>
                </p:cNvPr>
                <p:cNvSpPr>
                  <a:spLocks noGrp="1" noRot="1" noMove="1" noResize="1" noEditPoints="1" noAdjustHandles="1" noChangeArrowheads="1" noChangeShapeType="1"/>
                </p:cNvSpPr>
                <p:nvPr/>
              </p:nvSpPr>
              <p:spPr>
                <a:xfrm>
                  <a:off x="1067318" y="5269689"/>
                  <a:ext cx="1775004" cy="1178893"/>
                </a:xfrm>
                <a:prstGeom prst="roundRect">
                  <a:avLst/>
                </a:prstGeom>
                <a:solidFill>
                  <a:srgbClr val="BADEB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1">
                      <a:solidFill>
                        <a:schemeClr val="tx1"/>
                      </a:solidFill>
                    </a:rPr>
                    <a:t>Tulip</a:t>
                  </a:r>
                </a:p>
                <a:p>
                  <a:pPr algn="ctr"/>
                  <a:r>
                    <a:rPr lang="en-GB" b="1" noProof="1">
                      <a:solidFill>
                        <a:schemeClr val="tx1"/>
                      </a:solidFill>
                    </a:rPr>
                    <a:t>Mushroom</a:t>
                  </a:r>
                </a:p>
                <a:p>
                  <a:pPr algn="ctr"/>
                  <a:r>
                    <a:rPr lang="en-GB" b="1" noProof="1">
                      <a:solidFill>
                        <a:schemeClr val="tx1"/>
                      </a:solidFill>
                    </a:rPr>
                    <a:t>Sunflower</a:t>
                  </a:r>
                  <a:endParaRPr lang="hu-HU" b="1">
                    <a:solidFill>
                      <a:schemeClr val="tx1"/>
                    </a:solidFill>
                  </a:endParaRPr>
                </a:p>
              </p:txBody>
            </p:sp>
            <p:sp>
              <p:nvSpPr>
                <p:cNvPr id="99" name="Lekerekített téglalap 98">
                  <a:extLst>
                    <a:ext uri="{FF2B5EF4-FFF2-40B4-BE49-F238E27FC236}">
                      <a16:creationId xmlns:a16="http://schemas.microsoft.com/office/drawing/2014/main" id="{506958E7-B90F-4A55-DA68-83A3FE605291}"/>
                    </a:ext>
                  </a:extLst>
                </p:cNvPr>
                <p:cNvSpPr>
                  <a:spLocks noGrp="1" noRot="1" noMove="1" noResize="1" noEditPoints="1" noAdjustHandles="1" noChangeArrowheads="1" noChangeShapeType="1"/>
                </p:cNvSpPr>
                <p:nvPr/>
              </p:nvSpPr>
              <p:spPr>
                <a:xfrm>
                  <a:off x="1067318" y="1740795"/>
                  <a:ext cx="1775004" cy="1178893"/>
                </a:xfrm>
                <a:prstGeom prst="roundRect">
                  <a:avLst/>
                </a:prstGeom>
                <a:solidFill>
                  <a:srgbClr val="D1DDCB"/>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b="1">
                    <a:solidFill>
                      <a:schemeClr val="tx1"/>
                    </a:solidFill>
                  </a:endParaRPr>
                </a:p>
                <a:p>
                  <a:pPr algn="ctr"/>
                  <a:r>
                    <a:rPr lang="en-GB" b="1" noProof="1">
                      <a:solidFill>
                        <a:schemeClr val="tx1"/>
                      </a:solidFill>
                    </a:rPr>
                    <a:t>Guitar</a:t>
                  </a:r>
                </a:p>
                <a:p>
                  <a:pPr algn="ctr"/>
                  <a:r>
                    <a:rPr lang="en-GB" b="1" noProof="1">
                      <a:solidFill>
                        <a:schemeClr val="tx1"/>
                      </a:solidFill>
                    </a:rPr>
                    <a:t>Spoon</a:t>
                  </a:r>
                </a:p>
                <a:p>
                  <a:pPr algn="ctr"/>
                  <a:r>
                    <a:rPr lang="en-GB" b="1" noProof="1">
                      <a:solidFill>
                        <a:schemeClr val="tx1"/>
                      </a:solidFill>
                    </a:rPr>
                    <a:t>Carpet</a:t>
                  </a:r>
                </a:p>
                <a:p>
                  <a:pPr algn="ctr"/>
                  <a:endParaRPr lang="hu-HU" b="1">
                    <a:solidFill>
                      <a:schemeClr val="tx1"/>
                    </a:solidFill>
                  </a:endParaRPr>
                </a:p>
              </p:txBody>
            </p:sp>
          </p:grpSp>
          <p:sp>
            <p:nvSpPr>
              <p:cNvPr id="100" name="Lekerekített téglalap 99">
                <a:extLst>
                  <a:ext uri="{FF2B5EF4-FFF2-40B4-BE49-F238E27FC236}">
                    <a16:creationId xmlns:a16="http://schemas.microsoft.com/office/drawing/2014/main" id="{5BD7F64B-D050-0993-A02A-34419ECEFE84}"/>
                  </a:ext>
                </a:extLst>
              </p:cNvPr>
              <p:cNvSpPr>
                <a:spLocks noGrp="1" noRot="1" noMove="1" noResize="1" noEditPoints="1" noAdjustHandles="1" noChangeArrowheads="1" noChangeShapeType="1"/>
              </p:cNvSpPr>
              <p:nvPr/>
            </p:nvSpPr>
            <p:spPr>
              <a:xfrm>
                <a:off x="933349" y="27550219"/>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Animals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1" name="Lekerekített téglalap 100">
                <a:extLst>
                  <a:ext uri="{FF2B5EF4-FFF2-40B4-BE49-F238E27FC236}">
                    <a16:creationId xmlns:a16="http://schemas.microsoft.com/office/drawing/2014/main" id="{7534229F-C3B0-55FF-E167-1519510CCA34}"/>
                  </a:ext>
                </a:extLst>
              </p:cNvPr>
              <p:cNvSpPr>
                <a:spLocks noGrp="1" noRot="1" noMove="1" noResize="1" noEditPoints="1" noAdjustHandles="1" noChangeArrowheads="1" noChangeShapeType="1"/>
              </p:cNvSpPr>
              <p:nvPr/>
            </p:nvSpPr>
            <p:spPr>
              <a:xfrm>
                <a:off x="4248039" y="27557785"/>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Bodyparts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2" name="Lekerekített téglalap 101">
                <a:extLst>
                  <a:ext uri="{FF2B5EF4-FFF2-40B4-BE49-F238E27FC236}">
                    <a16:creationId xmlns:a16="http://schemas.microsoft.com/office/drawing/2014/main" id="{DCC51367-0140-2DE9-D492-0FC690E81046}"/>
                  </a:ext>
                </a:extLst>
              </p:cNvPr>
              <p:cNvSpPr>
                <a:spLocks noGrp="1" noRot="1" noMove="1" noResize="1" noEditPoints="1" noAdjustHandles="1" noChangeArrowheads="1" noChangeShapeType="1"/>
              </p:cNvSpPr>
              <p:nvPr/>
            </p:nvSpPr>
            <p:spPr>
              <a:xfrm>
                <a:off x="933349" y="28852362"/>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Tools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3" name="Lekerekített téglalap 102">
                <a:extLst>
                  <a:ext uri="{FF2B5EF4-FFF2-40B4-BE49-F238E27FC236}">
                    <a16:creationId xmlns:a16="http://schemas.microsoft.com/office/drawing/2014/main" id="{F57A1013-A872-FC06-24D9-BD2285C36A75}"/>
                  </a:ext>
                </a:extLst>
              </p:cNvPr>
              <p:cNvSpPr>
                <a:spLocks noGrp="1" noRot="1" noMove="1" noResize="1" noEditPoints="1" noAdjustHandles="1" noChangeArrowheads="1" noChangeShapeType="1"/>
              </p:cNvSpPr>
              <p:nvPr/>
            </p:nvSpPr>
            <p:spPr>
              <a:xfrm>
                <a:off x="4243392" y="28846266"/>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Food</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4" name="Lekerekített téglalap 103">
                <a:extLst>
                  <a:ext uri="{FF2B5EF4-FFF2-40B4-BE49-F238E27FC236}">
                    <a16:creationId xmlns:a16="http://schemas.microsoft.com/office/drawing/2014/main" id="{08F3F295-F1B1-7473-C08E-CE2B5563BFB7}"/>
                  </a:ext>
                </a:extLst>
              </p:cNvPr>
              <p:cNvSpPr>
                <a:spLocks noGrp="1" noRot="1" noMove="1" noResize="1" noEditPoints="1" noAdjustHandles="1" noChangeArrowheads="1" noChangeShapeType="1"/>
              </p:cNvSpPr>
              <p:nvPr/>
            </p:nvSpPr>
            <p:spPr>
              <a:xfrm>
                <a:off x="971366" y="30094686"/>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Clothes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5" name="Lekerekített téglalap 104">
                <a:extLst>
                  <a:ext uri="{FF2B5EF4-FFF2-40B4-BE49-F238E27FC236}">
                    <a16:creationId xmlns:a16="http://schemas.microsoft.com/office/drawing/2014/main" id="{2BCDFC4E-1A82-BA4D-1EA9-FE38519429A9}"/>
                  </a:ext>
                </a:extLst>
              </p:cNvPr>
              <p:cNvSpPr>
                <a:spLocks noGrp="1" noRot="1" noMove="1" noResize="1" noEditPoints="1" noAdjustHandles="1" noChangeArrowheads="1" noChangeShapeType="1"/>
              </p:cNvSpPr>
              <p:nvPr/>
            </p:nvSpPr>
            <p:spPr>
              <a:xfrm>
                <a:off x="4243390" y="30093295"/>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Locations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6" name="Lekerekített téglalap 105">
                <a:extLst>
                  <a:ext uri="{FF2B5EF4-FFF2-40B4-BE49-F238E27FC236}">
                    <a16:creationId xmlns:a16="http://schemas.microsoft.com/office/drawing/2014/main" id="{9AC8B7A5-AE32-E27F-AE6F-A414B81D4471}"/>
                  </a:ext>
                </a:extLst>
              </p:cNvPr>
              <p:cNvSpPr>
                <a:spLocks noGrp="1" noRot="1" noMove="1" noResize="1" noEditPoints="1" noAdjustHandles="1" noChangeArrowheads="1" noChangeShapeType="1"/>
              </p:cNvSpPr>
              <p:nvPr/>
            </p:nvSpPr>
            <p:spPr>
              <a:xfrm>
                <a:off x="933347" y="31375358"/>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People</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7" name="Lekerekített téglalap 106">
                <a:extLst>
                  <a:ext uri="{FF2B5EF4-FFF2-40B4-BE49-F238E27FC236}">
                    <a16:creationId xmlns:a16="http://schemas.microsoft.com/office/drawing/2014/main" id="{38C3481E-5AD9-C194-467F-23A8202FE0D6}"/>
                  </a:ext>
                </a:extLst>
              </p:cNvPr>
              <p:cNvSpPr>
                <a:spLocks noGrp="1" noRot="1" noMove="1" noResize="1" noEditPoints="1" noAdjustHandles="1" noChangeArrowheads="1" noChangeShapeType="1"/>
              </p:cNvSpPr>
              <p:nvPr/>
            </p:nvSpPr>
            <p:spPr>
              <a:xfrm>
                <a:off x="4243390" y="31375358"/>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Vehicles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8" name="Lekerekített téglalap 107">
                <a:extLst>
                  <a:ext uri="{FF2B5EF4-FFF2-40B4-BE49-F238E27FC236}">
                    <a16:creationId xmlns:a16="http://schemas.microsoft.com/office/drawing/2014/main" id="{3EFF71A4-940B-1D90-3AB7-C5174D6D3676}"/>
                  </a:ext>
                </a:extLst>
              </p:cNvPr>
              <p:cNvSpPr>
                <a:spLocks noGrp="1" noRot="1" noMove="1" noResize="1" noEditPoints="1" noAdjustHandles="1" noChangeArrowheads="1" noChangeShapeType="1"/>
              </p:cNvSpPr>
              <p:nvPr/>
            </p:nvSpPr>
            <p:spPr>
              <a:xfrm>
                <a:off x="933347" y="32645553"/>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Plants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sp>
            <p:nvSpPr>
              <p:cNvPr id="109" name="Lekerekített téglalap 108">
                <a:extLst>
                  <a:ext uri="{FF2B5EF4-FFF2-40B4-BE49-F238E27FC236}">
                    <a16:creationId xmlns:a16="http://schemas.microsoft.com/office/drawing/2014/main" id="{50F992D0-8815-3BA1-9DCD-35C56214159B}"/>
                  </a:ext>
                </a:extLst>
              </p:cNvPr>
              <p:cNvSpPr>
                <a:spLocks noGrp="1" noRot="1" noMove="1" noResize="1" noEditPoints="1" noAdjustHandles="1" noChangeArrowheads="1" noChangeShapeType="1"/>
              </p:cNvSpPr>
              <p:nvPr/>
            </p:nvSpPr>
            <p:spPr>
              <a:xfrm>
                <a:off x="4243390" y="32644608"/>
                <a:ext cx="2203258" cy="406404"/>
              </a:xfrm>
              <a:prstGeom prst="roundRect">
                <a:avLst/>
              </a:prstGeom>
              <a:solidFill>
                <a:srgbClr val="FFF4C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1">
                    <a:ln w="3175">
                      <a:noFill/>
                    </a:ln>
                    <a:solidFill>
                      <a:schemeClr val="tx1"/>
                    </a:solidFill>
                    <a:latin typeface="Times New Roman" panose="02020603050405020304" pitchFamily="18" charset="0"/>
                    <a:cs typeface="Times New Roman" panose="02020603050405020304" pitchFamily="18" charset="0"/>
                  </a:rPr>
                  <a:t>Toys</a:t>
                </a:r>
                <a:endParaRPr lang="en-GB" sz="1050" b="1" noProof="1">
                  <a:ln w="3175">
                    <a:noFill/>
                  </a:ln>
                  <a:solidFill>
                    <a:schemeClr val="tx1"/>
                  </a:solidFill>
                  <a:latin typeface="Times New Roman" panose="02020603050405020304" pitchFamily="18" charset="0"/>
                  <a:cs typeface="Times New Roman" panose="02020603050405020304" pitchFamily="18" charset="0"/>
                </a:endParaRPr>
              </a:p>
            </p:txBody>
          </p:sp>
        </p:grpSp>
        <p:sp>
          <p:nvSpPr>
            <p:cNvPr id="84" name="Szövegdoboz 83">
              <a:extLst>
                <a:ext uri="{FF2B5EF4-FFF2-40B4-BE49-F238E27FC236}">
                  <a16:creationId xmlns:a16="http://schemas.microsoft.com/office/drawing/2014/main" id="{F6C7445A-27C9-64D5-1F7D-BCCCA1CBC70E}"/>
                </a:ext>
              </a:extLst>
            </p:cNvPr>
            <p:cNvSpPr txBox="1">
              <a:spLocks noGrp="1" noRot="1" noMove="1" noResize="1" noEditPoints="1" noAdjustHandles="1" noChangeArrowheads="1" noChangeShapeType="1"/>
            </p:cNvSpPr>
            <p:nvPr/>
          </p:nvSpPr>
          <p:spPr>
            <a:xfrm>
              <a:off x="17027" y="38944776"/>
              <a:ext cx="4433275" cy="487629"/>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5. </a:t>
              </a:r>
              <a:r>
                <a:rPr lang="en-GB" sz="1700" noProof="1">
                  <a:highlight>
                    <a:srgbClr val="EDE4FF"/>
                  </a:highlight>
                  <a:latin typeface="Calibri" panose="020F0502020204030204" pitchFamily="34" charset="0"/>
                  <a:cs typeface="Calibri" panose="020F0502020204030204" pitchFamily="34" charset="0"/>
                </a:rPr>
                <a:t>Sample concepts across the 10 taxonomic categories.</a:t>
              </a:r>
            </a:p>
          </p:txBody>
        </p:sp>
      </p:grpSp>
      <p:sp>
        <p:nvSpPr>
          <p:cNvPr id="2" name="Szövegdoboz 1">
            <a:extLst>
              <a:ext uri="{FF2B5EF4-FFF2-40B4-BE49-F238E27FC236}">
                <a16:creationId xmlns:a16="http://schemas.microsoft.com/office/drawing/2014/main" id="{2EFC4BDA-B0A1-91CB-D8A7-585FB2E10462}"/>
              </a:ext>
            </a:extLst>
          </p:cNvPr>
          <p:cNvSpPr txBox="1">
            <a:spLocks noGrp="1" noRot="1" noMove="1" noResize="1" noEditPoints="1" noAdjustHandles="1" noChangeArrowheads="1" noChangeShapeType="1"/>
          </p:cNvSpPr>
          <p:nvPr/>
        </p:nvSpPr>
        <p:spPr>
          <a:xfrm>
            <a:off x="28064237" y="5123451"/>
            <a:ext cx="1709530" cy="707886"/>
          </a:xfrm>
          <a:prstGeom prst="rect">
            <a:avLst/>
          </a:prstGeom>
          <a:noFill/>
        </p:spPr>
        <p:txBody>
          <a:bodyPr wrap="square" rtlCol="0">
            <a:spAutoFit/>
          </a:bodyPr>
          <a:lstStyle/>
          <a:p>
            <a:r>
              <a:rPr lang="hu-HU" sz="4000" dirty="0">
                <a:solidFill>
                  <a:schemeClr val="accent2">
                    <a:lumMod val="75000"/>
                  </a:schemeClr>
                </a:solidFill>
              </a:rPr>
              <a:t>PS1-4</a:t>
            </a:r>
          </a:p>
        </p:txBody>
      </p:sp>
      <p:grpSp>
        <p:nvGrpSpPr>
          <p:cNvPr id="28" name="Csoportba foglalás 27">
            <a:extLst>
              <a:ext uri="{FF2B5EF4-FFF2-40B4-BE49-F238E27FC236}">
                <a16:creationId xmlns:a16="http://schemas.microsoft.com/office/drawing/2014/main" id="{DC62B59A-1985-5F62-EABA-CDA61ADACFE1}"/>
              </a:ext>
            </a:extLst>
          </p:cNvPr>
          <p:cNvGrpSpPr>
            <a:grpSpLocks noGrp="1" noUngrp="1" noRot="1" noMove="1" noResize="1"/>
          </p:cNvGrpSpPr>
          <p:nvPr/>
        </p:nvGrpSpPr>
        <p:grpSpPr>
          <a:xfrm>
            <a:off x="15137606" y="21594993"/>
            <a:ext cx="14990889" cy="5346289"/>
            <a:chOff x="15137606" y="22383768"/>
            <a:chExt cx="14990889" cy="5346289"/>
          </a:xfrm>
        </p:grpSpPr>
        <p:sp>
          <p:nvSpPr>
            <p:cNvPr id="71" name="Szövegdoboz 70">
              <a:extLst>
                <a:ext uri="{FF2B5EF4-FFF2-40B4-BE49-F238E27FC236}">
                  <a16:creationId xmlns:a16="http://schemas.microsoft.com/office/drawing/2014/main" id="{1B680F64-4DEC-A000-9E1B-5EE2B1F9AF67}"/>
                </a:ext>
              </a:extLst>
            </p:cNvPr>
            <p:cNvSpPr txBox="1">
              <a:spLocks noGrp="1" noRot="1" noMove="1" noResize="1" noEditPoints="1" noAdjustHandles="1" noChangeArrowheads="1" noChangeShapeType="1"/>
            </p:cNvSpPr>
            <p:nvPr/>
          </p:nvSpPr>
          <p:spPr>
            <a:xfrm>
              <a:off x="15137606" y="26852894"/>
              <a:ext cx="14990889" cy="877163"/>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7-9. </a:t>
              </a:r>
              <a:r>
                <a:rPr lang="en-GB" sz="1700" noProof="1">
                  <a:highlight>
                    <a:srgbClr val="EDE4FF"/>
                  </a:highlight>
                  <a:latin typeface="Calibri" panose="020F0502020204030204" pitchFamily="34" charset="0"/>
                  <a:cs typeface="Calibri" panose="020F0502020204030204" pitchFamily="34" charset="0"/>
                </a:rPr>
                <a:t>Representational Dissimilarity Matrices (RDMs) comparing pairwise similarities between: (1) the a priori taxonomic structure of 300 concepts derived from WordNet (2) a word2vec-derived thematic structure representing distance in vector-space of the 300 concepts (3) semantic similarity between concept vectors based on features extracted from children's verbal responses.</a:t>
              </a:r>
            </a:p>
          </p:txBody>
        </p:sp>
        <p:pic>
          <p:nvPicPr>
            <p:cNvPr id="46" name="Ábra 45">
              <a:extLst>
                <a:ext uri="{FF2B5EF4-FFF2-40B4-BE49-F238E27FC236}">
                  <a16:creationId xmlns:a16="http://schemas.microsoft.com/office/drawing/2014/main" id="{CE156F59-7D32-A406-3174-AD1AB4C6F240}"/>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2"/>
                </a:ext>
              </a:extLst>
            </a:blip>
            <a:stretch>
              <a:fillRect/>
            </a:stretch>
          </p:blipFill>
          <p:spPr>
            <a:xfrm>
              <a:off x="15505153" y="22398804"/>
              <a:ext cx="4776544" cy="4397348"/>
            </a:xfrm>
            <a:prstGeom prst="rect">
              <a:avLst/>
            </a:prstGeom>
          </p:spPr>
        </p:pic>
        <p:pic>
          <p:nvPicPr>
            <p:cNvPr id="51" name="Ábra 50">
              <a:extLst>
                <a:ext uri="{FF2B5EF4-FFF2-40B4-BE49-F238E27FC236}">
                  <a16:creationId xmlns:a16="http://schemas.microsoft.com/office/drawing/2014/main" id="{380B3830-10F4-8B3A-BE4C-2F9D2E008908}"/>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3"/>
                </a:ext>
              </a:extLst>
            </a:blip>
            <a:stretch>
              <a:fillRect/>
            </a:stretch>
          </p:blipFill>
          <p:spPr>
            <a:xfrm>
              <a:off x="25300664" y="22383768"/>
              <a:ext cx="4827831" cy="4444563"/>
            </a:xfrm>
            <a:prstGeom prst="rect">
              <a:avLst/>
            </a:prstGeom>
          </p:spPr>
        </p:pic>
        <p:pic>
          <p:nvPicPr>
            <p:cNvPr id="53" name="Ábra 52">
              <a:extLst>
                <a:ext uri="{FF2B5EF4-FFF2-40B4-BE49-F238E27FC236}">
                  <a16:creationId xmlns:a16="http://schemas.microsoft.com/office/drawing/2014/main" id="{5EFA1EB3-2C19-7317-625F-875D34D9736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4"/>
                </a:ext>
              </a:extLst>
            </a:blip>
            <a:stretch>
              <a:fillRect/>
            </a:stretch>
          </p:blipFill>
          <p:spPr>
            <a:xfrm>
              <a:off x="20356197" y="22398201"/>
              <a:ext cx="4796249" cy="4415490"/>
            </a:xfrm>
            <a:prstGeom prst="rect">
              <a:avLst/>
            </a:prstGeom>
          </p:spPr>
        </p:pic>
      </p:grpSp>
      <p:sp>
        <p:nvSpPr>
          <p:cNvPr id="45" name="Szövegdoboz 44">
            <a:extLst>
              <a:ext uri="{FF2B5EF4-FFF2-40B4-BE49-F238E27FC236}">
                <a16:creationId xmlns:a16="http://schemas.microsoft.com/office/drawing/2014/main" id="{79067DB4-66F3-53B6-1B60-9A90648A34E1}"/>
              </a:ext>
            </a:extLst>
          </p:cNvPr>
          <p:cNvSpPr txBox="1">
            <a:spLocks noGrp="1" noRot="1" noMove="1" noResize="1" noEditPoints="1" noAdjustHandles="1" noChangeArrowheads="1" noChangeShapeType="1"/>
          </p:cNvSpPr>
          <p:nvPr/>
        </p:nvSpPr>
        <p:spPr>
          <a:xfrm>
            <a:off x="24205516" y="32594839"/>
            <a:ext cx="5836996" cy="1754326"/>
          </a:xfrm>
          <a:prstGeom prst="rect">
            <a:avLst/>
          </a:prstGeom>
          <a:noFill/>
        </p:spPr>
        <p:txBody>
          <a:bodyPr wrap="square">
            <a:spAutoFit/>
          </a:bodyPr>
          <a:lstStyle/>
          <a:p>
            <a:pPr algn="r"/>
            <a:r>
              <a:rPr lang="en-GB" sz="1800" b="1" noProof="1">
                <a:highlight>
                  <a:srgbClr val="EDE4FF"/>
                </a:highlight>
                <a:latin typeface="Calibri" panose="020F0502020204030204" pitchFamily="34" charset="0"/>
                <a:cs typeface="Calibri" panose="020F0502020204030204" pitchFamily="34" charset="0"/>
              </a:rPr>
              <a:t>Figure 10-11. </a:t>
            </a:r>
            <a:r>
              <a:rPr lang="en-GB" sz="1800" noProof="1">
                <a:highlight>
                  <a:srgbClr val="EDE4FF"/>
                </a:highlight>
                <a:latin typeface="Calibri" panose="020F0502020204030204" pitchFamily="34" charset="0"/>
                <a:cs typeface="Calibri" panose="020F0502020204030204" pitchFamily="34" charset="0"/>
              </a:rPr>
              <a:t>Pairwise correlation plots contrasting the dataset against a priori taxonomic and thematic structures. (1) Bar plot: within – (e.g., dog-duck) versus cross-category (e.g., dog-apple) similarity; (2) Scatter plot: contextual co-occurrence (x-axis) against shared semantic features per concept pair (y-axis).</a:t>
            </a:r>
          </a:p>
        </p:txBody>
      </p:sp>
      <p:sp>
        <p:nvSpPr>
          <p:cNvPr id="27" name="Szövegdoboz 26">
            <a:extLst>
              <a:ext uri="{FF2B5EF4-FFF2-40B4-BE49-F238E27FC236}">
                <a16:creationId xmlns:a16="http://schemas.microsoft.com/office/drawing/2014/main" id="{AA841AA8-0D80-E969-AF18-067B6D221048}"/>
              </a:ext>
            </a:extLst>
          </p:cNvPr>
          <p:cNvSpPr txBox="1">
            <a:spLocks noGrp="1" noRot="1" noMove="1" noResize="1" noEditPoints="1" noAdjustHandles="1" noChangeArrowheads="1" noChangeShapeType="1"/>
          </p:cNvSpPr>
          <p:nvPr/>
        </p:nvSpPr>
        <p:spPr>
          <a:xfrm>
            <a:off x="14482742" y="40830199"/>
            <a:ext cx="11256087" cy="1938992"/>
          </a:xfrm>
          <a:prstGeom prst="rect">
            <a:avLst/>
          </a:prstGeom>
          <a:noFill/>
        </p:spPr>
        <p:txBody>
          <a:bodyPr wrap="square">
            <a:spAutoFit/>
          </a:bodyPr>
          <a:lstStyle/>
          <a:p>
            <a:pPr algn="just"/>
            <a:r>
              <a:rPr lang="en-GB" sz="1200" noProof="1">
                <a:solidFill>
                  <a:schemeClr val="bg1"/>
                </a:solidFill>
                <a:latin typeface="Times New Roman" panose="02020603050405020304" pitchFamily="18" charset="0"/>
                <a:cs typeface="Times New Roman" panose="02020603050405020304" pitchFamily="18" charset="0"/>
              </a:rPr>
              <a:t>[8]  Loper, E., &amp; Bird, S. (2002). NLTK: The Natural Language Toolkit. Proceedings of the ACL-02 Workshop on Effective Tools and Methodologies for Teaching Natural Language Processing and Computational Linguistics -, 1, 63–70. https://doi.org/10.3115/1118108.1118117</a:t>
            </a:r>
          </a:p>
          <a:p>
            <a:pPr algn="just"/>
            <a:r>
              <a:rPr lang="en-GB" sz="1200" noProof="1">
                <a:solidFill>
                  <a:schemeClr val="bg1"/>
                </a:solidFill>
                <a:latin typeface="Times New Roman" panose="02020603050405020304" pitchFamily="18" charset="0"/>
                <a:cs typeface="Times New Roman" panose="02020603050405020304" pitchFamily="18" charset="0"/>
              </a:rPr>
              <a:t>[9] Orosz, G., Szabó, G., Berkecz, P., Szántó, Z., &amp; Farkas, R. (2023). Advancing Hungarian Text Processing with HuSpaCy: Efficient and Accurate NLP Pipelines. In K. Ekštein, F. Pártl, &amp; M. Konopík (Szerk.), Text, Speech, and Dialogue (Köt. 14102, o. 58–69). Springer Nature Switzerland. https://doi.org/10.1007/978-3-031-40498-6_6</a:t>
            </a:r>
          </a:p>
          <a:p>
            <a:pPr algn="just"/>
            <a:r>
              <a:rPr lang="en-GB" sz="1200" noProof="1">
                <a:solidFill>
                  <a:schemeClr val="bg1"/>
                </a:solidFill>
                <a:latin typeface="Times New Roman" panose="02020603050405020304" pitchFamily="18" charset="0"/>
                <a:cs typeface="Times New Roman" panose="02020603050405020304" pitchFamily="18" charset="0"/>
              </a:rPr>
              <a:t>[10] Klakow, D., &amp; Peters, J. (2002). Testing the correlation of word error rate and perplexity. Speech Communication, 38(1–2), 19–28. https://doi.org/10.1016/S0167-6393(01)00041-3</a:t>
            </a:r>
          </a:p>
          <a:p>
            <a:pPr algn="just"/>
            <a:r>
              <a:rPr lang="en-GB" sz="1200" noProof="1">
                <a:solidFill>
                  <a:schemeClr val="bg1"/>
                </a:solidFill>
                <a:latin typeface="Times New Roman" panose="02020603050405020304" pitchFamily="18" charset="0"/>
                <a:cs typeface="Times New Roman" panose="02020603050405020304" pitchFamily="18" charset="0"/>
              </a:rPr>
              <a:t>[11] Mikolov, T., Sutskever, I., Chen, K., Corrado, G., &amp; Dean, J. (2013). Distributed Representations of Words and Phrases and their Compositionality (Verzió 1). arXiv. https://doi.org/10.48550/ARXIV.1310.4546</a:t>
            </a:r>
          </a:p>
          <a:p>
            <a:pPr algn="just"/>
            <a:r>
              <a:rPr lang="en-GB" sz="1200" noProof="1">
                <a:solidFill>
                  <a:schemeClr val="bg1"/>
                </a:solidFill>
                <a:latin typeface="Times New Roman" panose="02020603050405020304" pitchFamily="18" charset="0"/>
                <a:cs typeface="Times New Roman" panose="02020603050405020304" pitchFamily="18" charset="0"/>
              </a:rPr>
              <a:t>[12] Grave, E., Bojanowski, P., Gupta, P., Joulin, A., &amp; Mikolov, T. (2018). Learning Word Vectors for 157 Languages (Verzió 2). arXiv. https://doi.org/10.48550/ARXIV.1802.06893</a:t>
            </a:r>
          </a:p>
        </p:txBody>
      </p:sp>
      <p:sp>
        <p:nvSpPr>
          <p:cNvPr id="20" name="Szövegdoboz 19">
            <a:extLst>
              <a:ext uri="{FF2B5EF4-FFF2-40B4-BE49-F238E27FC236}">
                <a16:creationId xmlns:a16="http://schemas.microsoft.com/office/drawing/2014/main" id="{82F07D7E-5979-DB08-30B9-3BA4D0939293}"/>
              </a:ext>
            </a:extLst>
          </p:cNvPr>
          <p:cNvSpPr txBox="1">
            <a:spLocks noGrp="1" noRot="1" noMove="1" noResize="1" noEditPoints="1" noAdjustHandles="1" noChangeArrowheads="1" noChangeShapeType="1"/>
          </p:cNvSpPr>
          <p:nvPr/>
        </p:nvSpPr>
        <p:spPr>
          <a:xfrm>
            <a:off x="25815624" y="2837274"/>
            <a:ext cx="3618621" cy="646331"/>
          </a:xfrm>
          <a:prstGeom prst="rect">
            <a:avLst/>
          </a:prstGeom>
          <a:noFill/>
        </p:spPr>
        <p:txBody>
          <a:bodyPr wrap="square" rtlCol="0">
            <a:spAutoFit/>
          </a:bodyPr>
          <a:lstStyle/>
          <a:p>
            <a:pPr algn="r"/>
            <a:r>
              <a:rPr lang="en-GB" noProof="1">
                <a:solidFill>
                  <a:schemeClr val="bg1"/>
                </a:solidFill>
                <a:latin typeface="Calibri" panose="020F0502020204030204" pitchFamily="34" charset="0"/>
                <a:cs typeface="Calibri" panose="020F0502020204030204" pitchFamily="34" charset="0"/>
              </a:rPr>
              <a:t>Hippocampal Circuit and Code for Cognition Lab</a:t>
            </a:r>
          </a:p>
        </p:txBody>
      </p:sp>
      <p:grpSp>
        <p:nvGrpSpPr>
          <p:cNvPr id="32" name="Csoportba foglalás 31">
            <a:extLst>
              <a:ext uri="{FF2B5EF4-FFF2-40B4-BE49-F238E27FC236}">
                <a16:creationId xmlns:a16="http://schemas.microsoft.com/office/drawing/2014/main" id="{F3093D3D-3B7B-5EF2-4FA0-11659A510E75}"/>
              </a:ext>
            </a:extLst>
          </p:cNvPr>
          <p:cNvGrpSpPr>
            <a:grpSpLocks noGrp="1" noUngrp="1" noRot="1" noMove="1" noResize="1"/>
          </p:cNvGrpSpPr>
          <p:nvPr/>
        </p:nvGrpSpPr>
        <p:grpSpPr>
          <a:xfrm>
            <a:off x="7481397" y="11111725"/>
            <a:ext cx="8690818" cy="8391170"/>
            <a:chOff x="7481397" y="11206017"/>
            <a:chExt cx="8690818" cy="8391170"/>
          </a:xfrm>
        </p:grpSpPr>
        <p:sp>
          <p:nvSpPr>
            <p:cNvPr id="8" name="Szövegdoboz 7">
              <a:extLst>
                <a:ext uri="{FF2B5EF4-FFF2-40B4-BE49-F238E27FC236}">
                  <a16:creationId xmlns:a16="http://schemas.microsoft.com/office/drawing/2014/main" id="{E683240E-183C-B59E-D133-C9E9354122FD}"/>
                </a:ext>
              </a:extLst>
            </p:cNvPr>
            <p:cNvSpPr txBox="1">
              <a:spLocks noGrp="1" noRot="1" noMove="1" noResize="1" noEditPoints="1" noAdjustHandles="1" noChangeArrowheads="1" noChangeShapeType="1"/>
            </p:cNvSpPr>
            <p:nvPr/>
          </p:nvSpPr>
          <p:spPr>
            <a:xfrm>
              <a:off x="7625645" y="17673583"/>
              <a:ext cx="7034638" cy="1923604"/>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2. </a:t>
              </a:r>
              <a:r>
                <a:rPr lang="en-GB" sz="1700" noProof="1">
                  <a:highlight>
                    <a:srgbClr val="EDE4FF"/>
                  </a:highlight>
                  <a:latin typeface="Calibri" panose="020F0502020204030204" pitchFamily="34" charset="0"/>
                  <a:cs typeface="Calibri" panose="020F0502020204030204" pitchFamily="34" charset="0"/>
                </a:rPr>
                <a:t>Thematic organization of 30 random concepts from our data, derived by aggregating shared semantic features via tf-IDF weighting, with dimensionality reduction applied using UMAP and cluster identification via DBSCAN. Colored dots represent a priori taxonomic categories. Clusters reflect contextual similarity rather than taxonomic membership (e.g., “ambulance”</a:t>
              </a:r>
              <a:r>
                <a:rPr lang="en-GB" sz="1700" i="1" noProof="1">
                  <a:highlight>
                    <a:srgbClr val="EDE4FF"/>
                  </a:highlight>
                  <a:latin typeface="Calibri" panose="020F0502020204030204" pitchFamily="34" charset="0"/>
                  <a:cs typeface="Calibri" panose="020F0502020204030204" pitchFamily="34" charset="0"/>
                </a:rPr>
                <a:t> </a:t>
              </a:r>
              <a:r>
                <a:rPr lang="en-GB" sz="1700" noProof="1">
                  <a:highlight>
                    <a:srgbClr val="EDE4FF"/>
                  </a:highlight>
                  <a:latin typeface="Calibri" panose="020F0502020204030204" pitchFamily="34" charset="0"/>
                  <a:cs typeface="Calibri" panose="020F0502020204030204" pitchFamily="34" charset="0"/>
                </a:rPr>
                <a:t>and “police officer” are part of different taxonomic orders, yet they might appear in similar contexts).</a:t>
              </a:r>
            </a:p>
          </p:txBody>
        </p:sp>
        <p:pic>
          <p:nvPicPr>
            <p:cNvPr id="30" name="Ábra 29">
              <a:extLst>
                <a:ext uri="{FF2B5EF4-FFF2-40B4-BE49-F238E27FC236}">
                  <a16:creationId xmlns:a16="http://schemas.microsoft.com/office/drawing/2014/main" id="{A6B3B8D7-8C00-AA74-CA78-8F8C6BC24EE3}"/>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5"/>
                </a:ext>
              </a:extLst>
            </a:blip>
            <a:stretch>
              <a:fillRect/>
            </a:stretch>
          </p:blipFill>
          <p:spPr>
            <a:xfrm>
              <a:off x="7481397" y="11206017"/>
              <a:ext cx="8690818" cy="6241741"/>
            </a:xfrm>
            <a:prstGeom prst="rect">
              <a:avLst/>
            </a:prstGeom>
          </p:spPr>
        </p:pic>
      </p:grpSp>
      <p:pic>
        <p:nvPicPr>
          <p:cNvPr id="56" name="Kép 55">
            <a:extLst>
              <a:ext uri="{FF2B5EF4-FFF2-40B4-BE49-F238E27FC236}">
                <a16:creationId xmlns:a16="http://schemas.microsoft.com/office/drawing/2014/main" id="{075E8F98-4061-9EB9-4B82-89CD3B89223C}"/>
              </a:ext>
            </a:extLst>
          </p:cNvPr>
          <p:cNvPicPr>
            <a:picLocks noGrp="1" noRot="1" noChangeAspect="1" noMove="1" noResize="1" noEditPoints="1" noAdjustHandles="1" noChangeArrowheads="1" noChangeShapeType="1" noCrop="1"/>
          </p:cNvPicPr>
          <p:nvPr/>
        </p:nvPicPr>
        <p:blipFill>
          <a:blip r:embed="rId16"/>
          <a:stretch>
            <a:fillRect/>
          </a:stretch>
        </p:blipFill>
        <p:spPr>
          <a:xfrm>
            <a:off x="23143037" y="26908344"/>
            <a:ext cx="5473412" cy="5463776"/>
          </a:xfrm>
          <a:prstGeom prst="rect">
            <a:avLst/>
          </a:prstGeom>
        </p:spPr>
      </p:pic>
      <p:pic>
        <p:nvPicPr>
          <p:cNvPr id="61" name="Kép 60">
            <a:extLst>
              <a:ext uri="{FF2B5EF4-FFF2-40B4-BE49-F238E27FC236}">
                <a16:creationId xmlns:a16="http://schemas.microsoft.com/office/drawing/2014/main" id="{902F7305-E77E-E651-D7B7-DAC183FAD2C1}"/>
              </a:ext>
            </a:extLst>
          </p:cNvPr>
          <p:cNvPicPr>
            <a:picLocks noGrp="1" noRot="1" noChangeAspect="1" noMove="1" noResize="1" noEditPoints="1" noAdjustHandles="1" noChangeArrowheads="1" noChangeShapeType="1" noCrop="1"/>
          </p:cNvPicPr>
          <p:nvPr/>
        </p:nvPicPr>
        <p:blipFill>
          <a:blip r:embed="rId17"/>
          <a:stretch>
            <a:fillRect/>
          </a:stretch>
        </p:blipFill>
        <p:spPr>
          <a:xfrm>
            <a:off x="16489956" y="26927797"/>
            <a:ext cx="5437766" cy="5428192"/>
          </a:xfrm>
          <a:prstGeom prst="rect">
            <a:avLst/>
          </a:prstGeom>
        </p:spPr>
      </p:pic>
      <p:grpSp>
        <p:nvGrpSpPr>
          <p:cNvPr id="35" name="Csoportba foglalás 34">
            <a:extLst>
              <a:ext uri="{FF2B5EF4-FFF2-40B4-BE49-F238E27FC236}">
                <a16:creationId xmlns:a16="http://schemas.microsoft.com/office/drawing/2014/main" id="{CE4094FE-0BCA-74F5-A4D2-1ED541D371A4}"/>
              </a:ext>
            </a:extLst>
          </p:cNvPr>
          <p:cNvGrpSpPr>
            <a:grpSpLocks noGrp="1" noUngrp="1" noRot="1" noMove="1" noResize="1"/>
          </p:cNvGrpSpPr>
          <p:nvPr/>
        </p:nvGrpSpPr>
        <p:grpSpPr>
          <a:xfrm>
            <a:off x="15667304" y="10422414"/>
            <a:ext cx="13670619" cy="6450489"/>
            <a:chOff x="15667304" y="10422414"/>
            <a:chExt cx="13670619" cy="6450489"/>
          </a:xfrm>
        </p:grpSpPr>
        <p:sp>
          <p:nvSpPr>
            <p:cNvPr id="36" name="Szövegdoboz 35">
              <a:extLst>
                <a:ext uri="{FF2B5EF4-FFF2-40B4-BE49-F238E27FC236}">
                  <a16:creationId xmlns:a16="http://schemas.microsoft.com/office/drawing/2014/main" id="{E224B308-3E5C-1192-D339-6753C682DC94}"/>
                </a:ext>
              </a:extLst>
            </p:cNvPr>
            <p:cNvSpPr txBox="1">
              <a:spLocks noGrp="1" noRot="1" noMove="1" noResize="1" noEditPoints="1" noAdjustHandles="1" noChangeArrowheads="1" noChangeShapeType="1"/>
            </p:cNvSpPr>
            <p:nvPr/>
          </p:nvSpPr>
          <p:spPr>
            <a:xfrm>
              <a:off x="24303784" y="13042807"/>
              <a:ext cx="4950777" cy="615553"/>
            </a:xfrm>
            <a:prstGeom prst="rect">
              <a:avLst/>
            </a:prstGeom>
            <a:noFill/>
          </p:spPr>
          <p:txBody>
            <a:bodyPr wrap="square" rtlCol="0">
              <a:spAutoFit/>
            </a:bodyPr>
            <a:lstStyle/>
            <a:p>
              <a:pPr algn="ctr"/>
              <a:r>
                <a:rPr lang="en-GB" sz="1700" noProof="1">
                  <a:highlight>
                    <a:srgbClr val="EDE4FF"/>
                  </a:highlight>
                  <a:latin typeface="Calibri" panose="020F0502020204030204" pitchFamily="34" charset="0"/>
                  <a:cs typeface="Calibri" panose="020F0502020204030204" pitchFamily="34" charset="0"/>
                </a:rPr>
                <a:t>Tokens marking segment boundaries, but lacking semantic content, were discarded.</a:t>
              </a:r>
            </a:p>
          </p:txBody>
        </p:sp>
        <p:sp>
          <p:nvSpPr>
            <p:cNvPr id="40" name="Szövegdoboz 39">
              <a:extLst>
                <a:ext uri="{FF2B5EF4-FFF2-40B4-BE49-F238E27FC236}">
                  <a16:creationId xmlns:a16="http://schemas.microsoft.com/office/drawing/2014/main" id="{F5CE6D97-E145-380F-115C-6ED53A8BC437}"/>
                </a:ext>
              </a:extLst>
            </p:cNvPr>
            <p:cNvSpPr txBox="1">
              <a:spLocks noGrp="1" noRot="1" noMove="1" noResize="1" noEditPoints="1" noAdjustHandles="1" noChangeArrowheads="1" noChangeShapeType="1"/>
            </p:cNvSpPr>
            <p:nvPr/>
          </p:nvSpPr>
          <p:spPr>
            <a:xfrm>
              <a:off x="25642507" y="15385243"/>
              <a:ext cx="3695416" cy="603403"/>
            </a:xfrm>
            <a:prstGeom prst="rect">
              <a:avLst/>
            </a:prstGeom>
            <a:noFill/>
          </p:spPr>
          <p:txBody>
            <a:bodyPr wrap="square" rtlCol="0">
              <a:spAutoFit/>
            </a:bodyPr>
            <a:lstStyle/>
            <a:p>
              <a:pPr algn="ctr"/>
              <a:r>
                <a:rPr lang="en-GB" sz="1700" noProof="1">
                  <a:highlight>
                    <a:srgbClr val="EDE4FF"/>
                  </a:highlight>
                  <a:latin typeface="Calibri" panose="020F0502020204030204" pitchFamily="34" charset="0"/>
                  <a:cs typeface="Calibri" panose="020F0502020204030204" pitchFamily="34" charset="0"/>
                </a:rPr>
                <a:t>Only content-bearing entities (e.g., nouns) were kept</a:t>
              </a:r>
            </a:p>
          </p:txBody>
        </p:sp>
        <p:sp>
          <p:nvSpPr>
            <p:cNvPr id="58" name="Szövegdoboz 57">
              <a:extLst>
                <a:ext uri="{FF2B5EF4-FFF2-40B4-BE49-F238E27FC236}">
                  <a16:creationId xmlns:a16="http://schemas.microsoft.com/office/drawing/2014/main" id="{CBE6AF09-6A46-934B-5C37-DBDC22917A0C}"/>
                </a:ext>
              </a:extLst>
            </p:cNvPr>
            <p:cNvSpPr txBox="1">
              <a:spLocks noGrp="1" noRot="1" noMove="1" noResize="1" noEditPoints="1" noAdjustHandles="1" noChangeArrowheads="1" noChangeShapeType="1"/>
            </p:cNvSpPr>
            <p:nvPr/>
          </p:nvSpPr>
          <p:spPr>
            <a:xfrm>
              <a:off x="16478780" y="14821890"/>
              <a:ext cx="3914847" cy="1372741"/>
            </a:xfrm>
            <a:prstGeom prst="rect">
              <a:avLst/>
            </a:prstGeom>
            <a:noFill/>
          </p:spPr>
          <p:txBody>
            <a:bodyPr wrap="square">
              <a:spAutoFit/>
            </a:bodyPr>
            <a:lstStyle/>
            <a:p>
              <a:pPr algn="ctr"/>
              <a:r>
                <a:rPr lang="en-GB" sz="1700" noProof="1">
                  <a:highlight>
                    <a:srgbClr val="EDE4FF"/>
                  </a:highlight>
                  <a:latin typeface="Calibri" panose="020F0502020204030204" pitchFamily="34" charset="0"/>
                  <a:cs typeface="Calibri" panose="020F0502020204030204" pitchFamily="34" charset="0"/>
                </a:rPr>
                <a:t>Sample utterance for the concept "frog", with semantically meaningful features highlighted in green and low-information elements (e.g., conjunctions) left unmarked.</a:t>
              </a:r>
            </a:p>
          </p:txBody>
        </p:sp>
        <p:sp>
          <p:nvSpPr>
            <p:cNvPr id="72" name="Szövegdoboz 71">
              <a:extLst>
                <a:ext uri="{FF2B5EF4-FFF2-40B4-BE49-F238E27FC236}">
                  <a16:creationId xmlns:a16="http://schemas.microsoft.com/office/drawing/2014/main" id="{E8AAD95D-AB65-907F-E25A-5EF9B7ABF9BF}"/>
                </a:ext>
              </a:extLst>
            </p:cNvPr>
            <p:cNvSpPr txBox="1">
              <a:spLocks noGrp="1" noRot="1" noMove="1" noResize="1" noEditPoints="1" noAdjustHandles="1" noChangeArrowheads="1" noChangeShapeType="1"/>
            </p:cNvSpPr>
            <p:nvPr/>
          </p:nvSpPr>
          <p:spPr>
            <a:xfrm>
              <a:off x="15667304" y="10614338"/>
              <a:ext cx="6476994" cy="603403"/>
            </a:xfrm>
            <a:prstGeom prst="rect">
              <a:avLst/>
            </a:prstGeom>
            <a:noFill/>
          </p:spPr>
          <p:txBody>
            <a:bodyPr wrap="square">
              <a:spAutoFit/>
            </a:bodyPr>
            <a:lstStyle/>
            <a:p>
              <a:pPr algn="ctr"/>
              <a:r>
                <a:rPr lang="en-GB" sz="1700" noProof="1">
                  <a:highlight>
                    <a:srgbClr val="EDE4FF"/>
                  </a:highlight>
                  <a:latin typeface="Calibri" panose="020F0502020204030204" pitchFamily="34" charset="0"/>
                  <a:cs typeface="Calibri" panose="020F0502020204030204" pitchFamily="34" charset="0"/>
                </a:rPr>
                <a:t>Tokens, including words and punctuation, were extracted and labelled by part of speech (tag).</a:t>
              </a:r>
            </a:p>
          </p:txBody>
        </p:sp>
        <p:pic>
          <p:nvPicPr>
            <p:cNvPr id="74" name="Ábra 73">
              <a:extLst>
                <a:ext uri="{FF2B5EF4-FFF2-40B4-BE49-F238E27FC236}">
                  <a16:creationId xmlns:a16="http://schemas.microsoft.com/office/drawing/2014/main" id="{A2F9C7DA-8741-AE47-A1C9-60F11C9DF0EA}"/>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9"/>
                </a:ext>
              </a:extLst>
            </a:blip>
            <a:srcRect l="20819" t="31983" r="66400" b="24801"/>
            <a:stretch>
              <a:fillRect/>
            </a:stretch>
          </p:blipFill>
          <p:spPr>
            <a:xfrm rot="8746166">
              <a:off x="22225055" y="10529338"/>
              <a:ext cx="630189" cy="1212675"/>
            </a:xfrm>
            <a:prstGeom prst="rect">
              <a:avLst/>
            </a:prstGeom>
          </p:spPr>
        </p:pic>
        <p:sp>
          <p:nvSpPr>
            <p:cNvPr id="85" name="Szövegdoboz 84">
              <a:extLst>
                <a:ext uri="{FF2B5EF4-FFF2-40B4-BE49-F238E27FC236}">
                  <a16:creationId xmlns:a16="http://schemas.microsoft.com/office/drawing/2014/main" id="{4E8F81FD-8037-96F2-A34E-CD2F44C49825}"/>
                </a:ext>
              </a:extLst>
            </p:cNvPr>
            <p:cNvSpPr txBox="1">
              <a:spLocks noGrp="1" noRot="1" noMove="1" noResize="1" noEditPoints="1" noAdjustHandles="1" noChangeArrowheads="1" noChangeShapeType="1"/>
            </p:cNvSpPr>
            <p:nvPr/>
          </p:nvSpPr>
          <p:spPr>
            <a:xfrm>
              <a:off x="18316142" y="16518960"/>
              <a:ext cx="9190695" cy="353943"/>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6.</a:t>
              </a:r>
              <a:r>
                <a:rPr lang="en-GB" sz="1700" noProof="1">
                  <a:highlight>
                    <a:srgbClr val="EDE4FF"/>
                  </a:highlight>
                  <a:latin typeface="Calibri" panose="020F0502020204030204" pitchFamily="34" charset="0"/>
                  <a:cs typeface="Calibri" panose="020F0502020204030204" pitchFamily="34" charset="0"/>
                </a:rPr>
                <a:t> Feature extraction procedure through an example in our data.</a:t>
              </a:r>
            </a:p>
          </p:txBody>
        </p:sp>
        <p:pic>
          <p:nvPicPr>
            <p:cNvPr id="23" name="Ábra 22">
              <a:extLst>
                <a:ext uri="{FF2B5EF4-FFF2-40B4-BE49-F238E27FC236}">
                  <a16:creationId xmlns:a16="http://schemas.microsoft.com/office/drawing/2014/main" id="{F03AA5FE-D7FF-6580-7C97-1F4297B602A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18"/>
                </a:ext>
              </a:extLst>
            </a:blip>
            <a:stretch>
              <a:fillRect/>
            </a:stretch>
          </p:blipFill>
          <p:spPr>
            <a:xfrm>
              <a:off x="16491788" y="10422414"/>
              <a:ext cx="12604056" cy="6275268"/>
            </a:xfrm>
            <a:prstGeom prst="rect">
              <a:avLst/>
            </a:prstGeom>
          </p:spPr>
        </p:pic>
      </p:grpSp>
      <p:grpSp>
        <p:nvGrpSpPr>
          <p:cNvPr id="55" name="Csoportba foglalás 54">
            <a:extLst>
              <a:ext uri="{FF2B5EF4-FFF2-40B4-BE49-F238E27FC236}">
                <a16:creationId xmlns:a16="http://schemas.microsoft.com/office/drawing/2014/main" id="{6ACF24F4-A35F-A6FC-8941-A897DD8EF646}"/>
              </a:ext>
            </a:extLst>
          </p:cNvPr>
          <p:cNvGrpSpPr>
            <a:grpSpLocks noGrp="1" noUngrp="1" noRot="1" noMove="1" noResize="1"/>
          </p:cNvGrpSpPr>
          <p:nvPr/>
        </p:nvGrpSpPr>
        <p:grpSpPr>
          <a:xfrm>
            <a:off x="5044836" y="32334796"/>
            <a:ext cx="19125202" cy="8162305"/>
            <a:chOff x="5044836" y="32334796"/>
            <a:chExt cx="19125202" cy="8162305"/>
          </a:xfrm>
        </p:grpSpPr>
        <p:sp>
          <p:nvSpPr>
            <p:cNvPr id="41" name="Szövegdoboz 40">
              <a:extLst>
                <a:ext uri="{FF2B5EF4-FFF2-40B4-BE49-F238E27FC236}">
                  <a16:creationId xmlns:a16="http://schemas.microsoft.com/office/drawing/2014/main" id="{0759535F-8075-A87F-1BF8-87086A643A42}"/>
                </a:ext>
              </a:extLst>
            </p:cNvPr>
            <p:cNvSpPr txBox="1">
              <a:spLocks noGrp="1" noRot="1" noMove="1" noResize="1" noEditPoints="1" noAdjustHandles="1" noChangeArrowheads="1" noChangeShapeType="1"/>
            </p:cNvSpPr>
            <p:nvPr/>
          </p:nvSpPr>
          <p:spPr>
            <a:xfrm>
              <a:off x="6915872" y="39881548"/>
              <a:ext cx="15666041" cy="615553"/>
            </a:xfrm>
            <a:prstGeom prst="rect">
              <a:avLst/>
            </a:prstGeom>
            <a:noFill/>
          </p:spPr>
          <p:txBody>
            <a:bodyPr wrap="square" rtlCol="0">
              <a:spAutoFit/>
            </a:bodyPr>
            <a:lstStyle/>
            <a:p>
              <a:pPr algn="ctr"/>
              <a:r>
                <a:rPr lang="en-GB" sz="1700" b="1" noProof="1">
                  <a:highlight>
                    <a:srgbClr val="EDE4FF"/>
                  </a:highlight>
                  <a:latin typeface="Calibri" panose="020F0502020204030204" pitchFamily="34" charset="0"/>
                  <a:cs typeface="Calibri" panose="020F0502020204030204" pitchFamily="34" charset="0"/>
                </a:rPr>
                <a:t>Figure 12. </a:t>
              </a:r>
              <a:r>
                <a:rPr lang="en-GB" sz="1700" noProof="1">
                  <a:highlight>
                    <a:srgbClr val="EDE4FF"/>
                  </a:highlight>
                  <a:latin typeface="Calibri" panose="020F0502020204030204" pitchFamily="34" charset="0"/>
                  <a:cs typeface="Calibri" panose="020F0502020204030204" pitchFamily="34" charset="0"/>
                </a:rPr>
                <a:t>Hierarchical agglomerative clustering of concepts based on shared feature segments, with lower values indicating greater similarity. Colors represent 61 independent clusters (below red line). A silhouette score of 0.112 indicates fuzzy cluster boundaries, with singletons reflecting single-concept clusters.</a:t>
              </a:r>
            </a:p>
          </p:txBody>
        </p:sp>
        <p:pic>
          <p:nvPicPr>
            <p:cNvPr id="54" name="Kép 53">
              <a:extLst>
                <a:ext uri="{FF2B5EF4-FFF2-40B4-BE49-F238E27FC236}">
                  <a16:creationId xmlns:a16="http://schemas.microsoft.com/office/drawing/2014/main" id="{88B4583A-D254-7AB5-AEC1-728EA26D242B}"/>
                </a:ext>
              </a:extLst>
            </p:cNvPr>
            <p:cNvPicPr>
              <a:picLocks noGrp="1" noRot="1" noChangeAspect="1" noMove="1" noResize="1" noEditPoints="1" noAdjustHandles="1" noChangeArrowheads="1" noChangeShapeType="1" noCrop="1"/>
            </p:cNvPicPr>
            <p:nvPr/>
          </p:nvPicPr>
          <p:blipFill>
            <a:blip r:embed="rId19"/>
            <a:stretch>
              <a:fillRect/>
            </a:stretch>
          </p:blipFill>
          <p:spPr>
            <a:xfrm>
              <a:off x="5044836" y="32334796"/>
              <a:ext cx="19125202" cy="7473120"/>
            </a:xfrm>
            <a:prstGeom prst="rect">
              <a:avLst/>
            </a:prstGeom>
          </p:spPr>
        </p:pic>
      </p:grpSp>
    </p:spTree>
    <p:extLst>
      <p:ext uri="{BB962C8B-B14F-4D97-AF65-F5344CB8AC3E}">
        <p14:creationId xmlns:p14="http://schemas.microsoft.com/office/powerpoint/2010/main" val="4008357615"/>
      </p:ext>
    </p:extLst>
  </p:cSld>
  <p:clrMapOvr>
    <a:masterClrMapping/>
  </p:clrMapOvr>
</p:sld>
</file>

<file path=ppt/theme/theme1.xml><?xml version="1.0" encoding="utf-8"?>
<a:theme xmlns:a="http://schemas.openxmlformats.org/drawingml/2006/main" name="Office-téma">
  <a:themeElements>
    <a:clrScheme name="Office-téma">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téma">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té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bac613-7fef-4526-b5e3-81947f9c46a4">
      <Terms xmlns="http://schemas.microsoft.com/office/infopath/2007/PartnerControls"/>
    </lcf76f155ced4ddcb4097134ff3c332f>
    <TaxCatchAll xmlns="1740a1f9-f58e-4ca6-bee4-ce75b01b429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um" ma:contentTypeID="0x01010011B987BF77D5664B8552E6425CF52568" ma:contentTypeVersion="13" ma:contentTypeDescription="Új dokumentum létrehozása." ma:contentTypeScope="" ma:versionID="4279fe4cfe4a8a6fce932ef615dd4a7a">
  <xsd:schema xmlns:xsd="http://www.w3.org/2001/XMLSchema" xmlns:xs="http://www.w3.org/2001/XMLSchema" xmlns:p="http://schemas.microsoft.com/office/2006/metadata/properties" xmlns:ns2="2fbac613-7fef-4526-b5e3-81947f9c46a4" xmlns:ns3="1740a1f9-f58e-4ca6-bee4-ce75b01b4295" targetNamespace="http://schemas.microsoft.com/office/2006/metadata/properties" ma:root="true" ma:fieldsID="ce2e9afea73a3096f53195d3fdd3ef5d" ns2:_="" ns3:_="">
    <xsd:import namespace="2fbac613-7fef-4526-b5e3-81947f9c46a4"/>
    <xsd:import namespace="1740a1f9-f58e-4ca6-bee4-ce75b01b429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SearchPropertie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bac613-7fef-4526-b5e3-81947f9c46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Képcímkék" ma:readOnly="false" ma:fieldId="{5cf76f15-5ced-4ddc-b409-7134ff3c332f}" ma:taxonomyMulti="true" ma:sspId="3282b61e-a22a-4a17-8e76-e39c120a586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40a1f9-f58e-4ca6-bee4-ce75b01b429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ee62171-d3df-44cf-a572-cbff0643e841}" ma:internalName="TaxCatchAll" ma:showField="CatchAllData" ma:web="1740a1f9-f58e-4ca6-bee4-ce75b01b42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F729ACD-44AC-44A2-BC77-9A74432A3384}">
  <ds:schemaRefs>
    <ds:schemaRef ds:uri="http://schemas.microsoft.com/sharepoint/v3/contenttype/forms"/>
  </ds:schemaRefs>
</ds:datastoreItem>
</file>

<file path=customXml/itemProps2.xml><?xml version="1.0" encoding="utf-8"?>
<ds:datastoreItem xmlns:ds="http://schemas.openxmlformats.org/officeDocument/2006/customXml" ds:itemID="{212853CA-679C-434A-82C9-F09F9F6B2A77}">
  <ds:schemaRefs>
    <ds:schemaRef ds:uri="http://schemas.microsoft.com/office/2006/documentManagement/types"/>
    <ds:schemaRef ds:uri="http://purl.org/dc/terms/"/>
    <ds:schemaRef ds:uri="http://schemas.microsoft.com/office/infopath/2007/PartnerControls"/>
    <ds:schemaRef ds:uri="http://www.w3.org/XML/1998/namespace"/>
    <ds:schemaRef ds:uri="http://purl.org/dc/elements/1.1/"/>
    <ds:schemaRef ds:uri="http://purl.org/dc/dcmitype/"/>
    <ds:schemaRef ds:uri="http://schemas.openxmlformats.org/package/2006/metadata/core-properties"/>
    <ds:schemaRef ds:uri="2fbac613-7fef-4526-b5e3-81947f9c46a4"/>
    <ds:schemaRef ds:uri="1740a1f9-f58e-4ca6-bee4-ce75b01b4295"/>
    <ds:schemaRef ds:uri="http://schemas.microsoft.com/office/2006/metadata/properties"/>
  </ds:schemaRefs>
</ds:datastoreItem>
</file>

<file path=customXml/itemProps3.xml><?xml version="1.0" encoding="utf-8"?>
<ds:datastoreItem xmlns:ds="http://schemas.openxmlformats.org/officeDocument/2006/customXml" ds:itemID="{FE1B26E1-5DBD-41E5-AC63-6925D9D36B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bac613-7fef-4526-b5e3-81947f9c46a4"/>
    <ds:schemaRef ds:uri="1740a1f9-f58e-4ca6-bee4-ce75b01b429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58</TotalTime>
  <Words>2159</Words>
  <Application>Microsoft Macintosh PowerPoint</Application>
  <PresentationFormat>Egyéni</PresentationFormat>
  <Paragraphs>119</Paragraphs>
  <Slides>1</Slides>
  <Notes>1</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vt:i4>
      </vt:variant>
    </vt:vector>
  </HeadingPairs>
  <TitlesOfParts>
    <vt:vector size="7" baseType="lpstr">
      <vt:lpstr>Aptos</vt:lpstr>
      <vt:lpstr>Aptos Display</vt:lpstr>
      <vt:lpstr>Arial</vt:lpstr>
      <vt:lpstr>Calibri</vt:lpstr>
      <vt:lpstr>Times New Roman</vt:lpstr>
      <vt:lpstr>Office-téma</vt:lpstr>
      <vt:lpstr>PowerPoint-bemutató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Noémi Illés</dc:creator>
  <cp:lastModifiedBy>Anna Noémi Illés</cp:lastModifiedBy>
  <cp:revision>1</cp:revision>
  <dcterms:created xsi:type="dcterms:W3CDTF">2026-05-05T16:31:22Z</dcterms:created>
  <dcterms:modified xsi:type="dcterms:W3CDTF">2026-05-19T08:47:41Z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0x01010011B987BF77D5664B8552E6425CF52568</vt:lpwstr>
  </property>
  <property fmtid="{D5CDD505-2E9C-101B-9397-08002B2CF9AE}" pid="3" name="MediaServiceImageTags">
    <vt:lpwstr/>
  </property>
</Properties>
</file>